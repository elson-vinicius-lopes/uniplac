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044B7-91D8-7120-A118-238730681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1C5AD-C52D-CE8E-33E3-5A5429686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D5DBAE-8E59-ED56-9A24-3F6772EA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10E91-4885-3BC4-DD73-8D9A338C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81BC07-1C58-E1DC-E174-DC8B9DC0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60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6838C-EFC9-8229-6644-0601DA7D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867D7-A144-4A5F-75EC-7A34816D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DD0CE7-D395-BA2A-9143-95F6DC6D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98302-6419-7D3F-A65B-C8870381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82A3B9-78FD-614C-2C32-A15CF4CF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29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A0C10-B5A6-CEAD-BED5-A9929AD3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5577E2-BE77-2AB5-3DD6-D836B55E0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8CECA7-FF64-8535-0F1B-F8075FB7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22BD1-1971-A5DA-6E51-6F7B80C8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14594-004C-E2C8-5096-B6E9583D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07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75D53-6262-FBDF-C010-B81F2253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A10FCF-11F7-DC47-2E05-1F88F2FBA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8E9CB5-7B68-9EAE-6D42-65033D97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718F8A-6286-4D03-7506-3D7BC5B8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8E42C9-E7F8-C918-F70D-82230E4F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25B3E8-E9F6-7EC0-1327-69DADC43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08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6C701-E539-498B-EB06-4A7EEA4B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BAEA4D-A56B-7F71-B548-F301350C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3E7850-537F-A13E-9B1F-CDA09C58F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B22C0C-7101-8168-79FD-C1838D6B0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DDEA8C-3AE3-2C70-5523-9A5A4FB0A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4FCDE3-34A8-955F-07D2-8DF2ED45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9329ED-1169-0496-4295-21560785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226CD3-5A2E-6236-925F-487A4B07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24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2294A-7D75-1568-C424-F3F013B0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730F21-EA01-0C88-4E21-F636B7A4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300590-522D-8BD2-8B20-2CCE0090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446F69-CCF2-3578-011B-06ED2C4A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87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3192B7-9FF2-A771-C965-4DC493E0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26F9B4-D3AE-EA93-40F4-5EEB5C6E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E7B098-0320-FF7C-B35B-2764876E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40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AEBDF-5E32-0979-B7E8-7654A0D8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FF7A21-D95D-DC4E-601C-44C82ED36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1A0838-8243-BB0B-FA5B-28FCC6F99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CC7AB9-ECF4-BBAD-20D7-EFB21929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DBE6EA-302F-50A7-C550-287F8085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2C89DF-2898-3B44-1237-7DA19D8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12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92363-A9ED-1EA8-D215-BBDF874F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4348D2-3840-8DB0-A552-C84B02A7D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CD65CB-61DE-035E-9815-6342AFE59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29A6D3-A606-56A2-CD8E-1F573626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259AA7-0995-A756-7B60-E33064E9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634649-2CB8-35C5-DB49-3DB220E7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64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82E4B-6F64-DC2D-5BCF-7DF1C1F2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85991A-CFA1-DFA6-A18A-E5F52176D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F5975A-9625-0E7D-6F33-BEEBBCBD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F7EEC2-2AE4-BF72-200A-6C423A42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38C90-4DB1-858D-1F55-41DD6C6D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61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9287AF-3767-E95B-75C5-B952D860E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E3DB9E-FBED-EFE5-5C17-CE12DF69A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8C8C8-211A-F6E8-8BFB-C2E78A17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DB1FB3-22CF-1738-BA87-2626A38A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74817B-B3AD-A9CE-B8A3-86ED1395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1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C713C6-BA5A-5608-0CD0-6F8978EB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BF195A-A489-B06C-BDEB-1F1C9B546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0494E2-A9E7-0F86-5352-0DF196FD1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79AB9-2F9C-4207-A291-956FAFB10E11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63A0F-2DEF-95E1-266F-5BFB9B26E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71AB7B-1D5B-3602-4291-569A94149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4E094-6064-47F5-BF49-E05D6BCD9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24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4527C-8600-79F7-0262-9B523EE697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C45D6B-53B1-09DC-BDB7-21DC29540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102114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5CB6C-2BBB-18A6-D617-38088389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B0CD1A-863B-53D3-8694-B33B40D3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 plataforma vibratória é um aparelho que estimula os músculos através de vibrações. Pode ser usada para exercícios físicos, tonificar músculos, perder peso, melhorar a flexibilidade e fortalecer os ossos.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216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21BB2-833A-0C5A-3182-9BBC6E1E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4532C-632A-AFE1-9B3A-32C4E894C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u="none" strike="noStrike" baseline="0" dirty="0">
                <a:latin typeface="Google Sans"/>
              </a:rPr>
              <a:t>A vibração é um estímulo mecânico caracterizado por movimento oscilatório, que se repete em torno de uma posição de referência, no qual a intensidade varia de acordo com a frequência, amplitude e magnitude do movimento gerado.</a:t>
            </a:r>
            <a:endParaRPr lang="pt-BR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60300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50B2A-62A3-39B8-57C9-D0AE32A1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987732-1657-7AF2-1AEB-4E53CA9CF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FREQUENCIA</a:t>
            </a:r>
          </a:p>
          <a:p>
            <a:r>
              <a:rPr lang="pt-BR" dirty="0"/>
              <a:t>Numero de vezes que o movimento se repete em um segundo em hertz 15  A 60 Hz</a:t>
            </a:r>
          </a:p>
          <a:p>
            <a:r>
              <a:rPr lang="pt-BR" dirty="0"/>
              <a:t>AMPLITUDE</a:t>
            </a:r>
          </a:p>
          <a:p>
            <a:r>
              <a:rPr lang="pt-BR" dirty="0"/>
              <a:t>Deslocamento que o movimento realiza em milímetros 1 A 10mm</a:t>
            </a:r>
          </a:p>
          <a:p>
            <a:r>
              <a:rPr lang="pt-BR" dirty="0"/>
              <a:t>MAGNITUDE </a:t>
            </a:r>
          </a:p>
          <a:p>
            <a:r>
              <a:rPr lang="pt-BR" dirty="0"/>
              <a:t>Aceleração da gravidade ate 15g = 1g = 9,8m/s2</a:t>
            </a:r>
          </a:p>
        </p:txBody>
      </p:sp>
    </p:spTree>
    <p:extLst>
      <p:ext uri="{BB962C8B-B14F-4D97-AF65-F5344CB8AC3E}">
        <p14:creationId xmlns:p14="http://schemas.microsoft.com/office/powerpoint/2010/main" val="386852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F148-772C-13FC-40E3-50D4007D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068B01-25E9-9FC8-CF4A-6607F9E7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CF540C-4999-4F0F-7ED5-07718F05D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39" y="1658985"/>
            <a:ext cx="7405921" cy="468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6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374EC-D98E-CB0D-E741-97B3EC9A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A5E9740-5FEE-3B3F-E493-30DD0B1B3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98" y="2082018"/>
            <a:ext cx="11666168" cy="3688183"/>
          </a:xfrm>
        </p:spPr>
      </p:pic>
    </p:spTree>
    <p:extLst>
      <p:ext uri="{BB962C8B-B14F-4D97-AF65-F5344CB8AC3E}">
        <p14:creationId xmlns:p14="http://schemas.microsoft.com/office/powerpoint/2010/main" val="51187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6844B-7B5A-58DE-F132-A771DBCD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9DF681C3-5EA2-C983-C83D-7DAFF796F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000" y="1885070"/>
            <a:ext cx="9502513" cy="4109839"/>
          </a:xfrm>
        </p:spPr>
      </p:pic>
    </p:spTree>
    <p:extLst>
      <p:ext uri="{BB962C8B-B14F-4D97-AF65-F5344CB8AC3E}">
        <p14:creationId xmlns:p14="http://schemas.microsoft.com/office/powerpoint/2010/main" val="300726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2C357-1EA8-A8AF-5478-4E469897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A53BB0-BF49-6A2F-B345-E4F8E28D2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u="none" strike="noStrike" baseline="0" dirty="0">
                <a:latin typeface="Google Sans"/>
              </a:rPr>
              <a:t>A utilização da plataforma vibratória visa à liberação de catecolaminas locais (noradrenalina e adrenalina), que estimulam os receptores (Beta), e em seguida aumentam as taxas de AMP cíclico e da enzima Lípase Hormônio Sensível, consequentemente ocorre a degradação dos triglicerídeos, tendo como resultado deste processo a redução do volume do adipócito.</a:t>
            </a:r>
            <a:endParaRPr lang="pt-BR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5997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2B768-BE18-9829-8B56-1E65E556E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57C84A-1B96-CD3C-E00B-DA5468FBA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u="none" strike="noStrike" baseline="0" dirty="0">
                <a:latin typeface="Google Sans"/>
              </a:rPr>
              <a:t>Na membrana plasmática dos adipócitos, são encontrados os receptores β (beta) e α (alfa), nos quais os recursos terapêuticos utilizados nos procedimentos estéticos corporais visam à estimulação dos receptores β beta – adrenérgicos pela ação lipolítica e a inibição dos receptores αalfas-adrenérgicos com ação </a:t>
            </a:r>
            <a:r>
              <a:rPr lang="pt-BR" b="0" i="0" u="none" strike="noStrike" baseline="0" dirty="0" err="1">
                <a:latin typeface="Google Sans"/>
              </a:rPr>
              <a:t>lipogênica</a:t>
            </a:r>
            <a:r>
              <a:rPr lang="pt-BR" b="0" i="0" u="none" strike="noStrike" baseline="0" dirty="0">
                <a:latin typeface="Google Sans"/>
              </a:rPr>
              <a:t>.</a:t>
            </a:r>
            <a:endParaRPr lang="pt-BR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25299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44EC1-6416-0C54-6C15-37694820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D37D90-0A4D-315C-5153-B5A7C8F2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u="none" strike="noStrike" baseline="0" dirty="0">
                <a:latin typeface="Google Sans"/>
              </a:rPr>
              <a:t>É capaz de promover o aumento da circulação sanguínea e linfática, que vão colaborar substancialmente com a enzima </a:t>
            </a:r>
            <a:r>
              <a:rPr lang="pt-BR" b="0" i="0" u="none" strike="noStrike" baseline="0" dirty="0" err="1">
                <a:latin typeface="Google Sans"/>
              </a:rPr>
              <a:t>AMPc</a:t>
            </a:r>
            <a:r>
              <a:rPr lang="pt-BR" b="0" i="0" u="none" strike="noStrike" baseline="0" dirty="0">
                <a:latin typeface="Google Sans"/>
              </a:rPr>
              <a:t>, acelerando a hidrólise das gordura, contribuindo, desta forma, para a oxigenação e nutrição celular, além de se obter a redução da lipodistrofia localizada.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O </a:t>
            </a:r>
            <a:r>
              <a:rPr lang="pt-BR" b="0" i="0" dirty="0" err="1">
                <a:effectLst/>
                <a:latin typeface="Google Sans"/>
              </a:rPr>
              <a:t>AMPc</a:t>
            </a:r>
            <a:r>
              <a:rPr lang="pt-BR" b="0" i="0" dirty="0">
                <a:effectLst/>
                <a:latin typeface="Google Sans"/>
              </a:rPr>
              <a:t> (adenosina monofosfato c(clico) possui função reguladora do metabolismo celular, interferindo em diversos processos, como glicogenólise, lipólise, reabsorção de água, contração muscular, entre outros.</a:t>
            </a:r>
            <a:endParaRPr lang="pt-BR" b="0" i="0" u="none" strike="noStrike" baseline="0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42145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524DE-053B-DD2C-81A2-E14952C9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– BENEFICIOS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7CC811-1544-1010-122C-EDF856A7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068" cy="4351338"/>
          </a:xfrm>
        </p:spPr>
        <p:txBody>
          <a:bodyPr>
            <a:normAutofit fontScale="47500" lnSpcReduction="20000"/>
          </a:bodyPr>
          <a:lstStyle/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Fortalecimento muscular</a:t>
            </a:r>
            <a:r>
              <a:rPr lang="pt-BR" sz="3800" b="0" i="0" dirty="0">
                <a:effectLst/>
                <a:latin typeface="Google Sans"/>
              </a:rPr>
              <a:t>: Aumenta a força e a resistência muscular, principalmente dos quadris, glúteos e coluna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Fortalecimento ósseo</a:t>
            </a:r>
            <a:r>
              <a:rPr lang="pt-BR" sz="3800" b="0" i="0" dirty="0">
                <a:effectLst/>
                <a:latin typeface="Google Sans"/>
              </a:rPr>
              <a:t>: Aumenta a densidade óssea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Melhora da flexibilidade</a:t>
            </a:r>
            <a:r>
              <a:rPr lang="pt-BR" sz="3800" b="0" i="0" dirty="0">
                <a:effectLst/>
                <a:latin typeface="Google Sans"/>
              </a:rPr>
              <a:t>: As vibrações ajudam a estabilizar as articulações e melhorar a flexibilidade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Melhora da circulação sanguínea</a:t>
            </a:r>
            <a:r>
              <a:rPr lang="pt-BR" sz="3800" b="0" i="0" dirty="0">
                <a:effectLst/>
                <a:latin typeface="Google Sans"/>
              </a:rPr>
              <a:t>: Aumenta a oxigenação no sangue, o que ajuda a contrair os músculos e fornecer nutrientes às células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Redução de dores musculares</a:t>
            </a:r>
            <a:r>
              <a:rPr lang="pt-BR" sz="3800" b="0" i="0" dirty="0">
                <a:effectLst/>
                <a:latin typeface="Google Sans"/>
              </a:rPr>
              <a:t>: Pode ajudar a aliviar dores lombares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Emagrecimento</a:t>
            </a:r>
            <a:r>
              <a:rPr lang="pt-BR" sz="3800" b="0" i="0" dirty="0">
                <a:effectLst/>
                <a:latin typeface="Google Sans"/>
              </a:rPr>
              <a:t>: Ajuda a queimar calorias e gordura, principalmente a visceral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Recuperação de lesões</a:t>
            </a:r>
            <a:r>
              <a:rPr lang="pt-BR" sz="3800" b="0" i="0" dirty="0">
                <a:effectLst/>
                <a:latin typeface="Google Sans"/>
              </a:rPr>
              <a:t>: Pode ser um método de reabilitação menos agressivo </a:t>
            </a:r>
          </a:p>
          <a:p>
            <a:pPr algn="just" font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Melhora da função imunológica</a:t>
            </a:r>
            <a:r>
              <a:rPr lang="pt-BR" sz="3800" b="0" i="0" dirty="0">
                <a:effectLst/>
                <a:latin typeface="Google Sans"/>
              </a:rPr>
              <a:t>: Estimula a produção de hormônios que favorecem o bem-estar e o crescimento 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800" b="1" i="0" dirty="0">
                <a:effectLst/>
                <a:latin typeface="Google Sans"/>
              </a:rPr>
              <a:t>Prevenção de doenças cardiovasculares</a:t>
            </a:r>
            <a:r>
              <a:rPr lang="pt-BR" sz="3800" b="0" i="0" dirty="0">
                <a:effectLst/>
                <a:latin typeface="Google Sans"/>
              </a:rPr>
              <a:t>: Favorece a circulação sanguínea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51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6967A-9FE2-6E57-D41F-F5E14C73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9D5DF9-3DE5-A164-C57F-77E36FFBC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>
                <a:latin typeface="Google Sans"/>
              </a:rPr>
              <a:t>BENEFICIOS </a:t>
            </a:r>
            <a:endParaRPr lang="pt-BR" b="0" i="0" dirty="0">
              <a:effectLst/>
              <a:latin typeface="Google Sans"/>
            </a:endParaRP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Reduz o colesterol e o excesso de gordura no corpo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Fortalece as articulações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Estimula o funcionamento do intestino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Aumenta o metabolismo basal, auxiliando na redução do peso corporal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Aumenta a força muscular 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>
                <a:latin typeface="Google Sans"/>
              </a:rPr>
              <a:t>Melhora o equilíbrio 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Aumenta produção de GH e testosterona </a:t>
            </a:r>
          </a:p>
          <a:p>
            <a:pPr algn="just" fontAlgn="base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>
                <a:latin typeface="Google Sans"/>
              </a:rPr>
              <a:t>Reduz estresse e cortisol o que aumenta a serotonina </a:t>
            </a:r>
            <a:endParaRPr lang="pt-BR" b="0" i="0" dirty="0">
              <a:effectLst/>
              <a:latin typeface="Google San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7469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52AD6-EF7E-5A12-F637-880080B0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VIBRATORIA – contra indicações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1DF378-21D6-A1FE-46EA-FDEA8F6A6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Portadores de marca-passo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Crianças menores de 8 anos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Mulheres grávidas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Mulheres com DIU recentemente implantado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Pacientes acometidos por doenças cardíacas ou vasculares severas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Portadores de tumores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Pessoas em fase de recuperação pós-operatória ou infecciosa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Epilépticos ou quem possui labirinto 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Portadores de próteses no joelho, bacia ou de pinos metálicos</a:t>
            </a:r>
          </a:p>
          <a:p>
            <a:pPr algn="l" fontAlgn="base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000" b="0" i="0" dirty="0">
                <a:effectLst/>
                <a:latin typeface="Google Sans"/>
              </a:rPr>
              <a:t>Portadores de hérnia de disco grave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0882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577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Tema do Office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</vt:lpstr>
      <vt:lpstr>PLATAFORMA VIBRATORIA – BENEFICIOS  </vt:lpstr>
      <vt:lpstr>PLATAFORMA VIBRATORIA </vt:lpstr>
      <vt:lpstr>PLATAFORMA VIBRATORIA – contra indicações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justi</dc:creator>
  <cp:lastModifiedBy>mariana justi</cp:lastModifiedBy>
  <cp:revision>2</cp:revision>
  <dcterms:created xsi:type="dcterms:W3CDTF">2025-04-10T16:40:48Z</dcterms:created>
  <dcterms:modified xsi:type="dcterms:W3CDTF">2025-04-10T16:59:26Z</dcterms:modified>
</cp:coreProperties>
</file>