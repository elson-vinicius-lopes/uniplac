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48" r:id="rId10"/>
    <p:sldId id="284" r:id="rId11"/>
    <p:sldId id="306" r:id="rId12"/>
    <p:sldId id="285" r:id="rId13"/>
    <p:sldId id="286" r:id="rId14"/>
    <p:sldId id="307" r:id="rId15"/>
    <p:sldId id="309" r:id="rId16"/>
    <p:sldId id="347" r:id="rId17"/>
    <p:sldId id="304" r:id="rId18"/>
    <p:sldId id="305" r:id="rId19"/>
    <p:sldId id="292" r:id="rId20"/>
    <p:sldId id="345" r:id="rId21"/>
    <p:sldId id="308" r:id="rId22"/>
    <p:sldId id="311" r:id="rId23"/>
    <p:sldId id="293" r:id="rId24"/>
    <p:sldId id="287" r:id="rId25"/>
    <p:sldId id="288" r:id="rId26"/>
    <p:sldId id="361" r:id="rId27"/>
    <p:sldId id="362" r:id="rId28"/>
    <p:sldId id="363" r:id="rId29"/>
    <p:sldId id="291" r:id="rId30"/>
    <p:sldId id="313" r:id="rId31"/>
    <p:sldId id="259" r:id="rId32"/>
    <p:sldId id="314" r:id="rId33"/>
    <p:sldId id="346" r:id="rId34"/>
    <p:sldId id="315" r:id="rId35"/>
    <p:sldId id="358" r:id="rId36"/>
    <p:sldId id="300" r:id="rId37"/>
    <p:sldId id="301" r:id="rId38"/>
    <p:sldId id="323" r:id="rId39"/>
    <p:sldId id="316" r:id="rId40"/>
    <p:sldId id="273" r:id="rId41"/>
    <p:sldId id="359" r:id="rId42"/>
    <p:sldId id="367" r:id="rId43"/>
    <p:sldId id="368" r:id="rId44"/>
    <p:sldId id="369" r:id="rId45"/>
    <p:sldId id="371" r:id="rId46"/>
    <p:sldId id="370" r:id="rId47"/>
    <p:sldId id="364" r:id="rId48"/>
    <p:sldId id="365" r:id="rId49"/>
    <p:sldId id="366" r:id="rId50"/>
    <p:sldId id="372" r:id="rId51"/>
    <p:sldId id="374" r:id="rId52"/>
    <p:sldId id="373" r:id="rId53"/>
    <p:sldId id="375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26" r:id="rId63"/>
    <p:sldId id="327" r:id="rId64"/>
    <p:sldId id="384" r:id="rId65"/>
    <p:sldId id="385" r:id="rId66"/>
    <p:sldId id="386" r:id="rId67"/>
    <p:sldId id="388" r:id="rId68"/>
    <p:sldId id="389" r:id="rId69"/>
    <p:sldId id="328" r:id="rId70"/>
    <p:sldId id="333" r:id="rId71"/>
    <p:sldId id="329" r:id="rId72"/>
    <p:sldId id="330" r:id="rId73"/>
    <p:sldId id="334" r:id="rId74"/>
    <p:sldId id="335" r:id="rId75"/>
    <p:sldId id="331" r:id="rId76"/>
    <p:sldId id="360" r:id="rId77"/>
    <p:sldId id="332" r:id="rId78"/>
    <p:sldId id="274" r:id="rId79"/>
    <p:sldId id="318" r:id="rId80"/>
    <p:sldId id="280" r:id="rId81"/>
    <p:sldId id="336" r:id="rId82"/>
    <p:sldId id="337" r:id="rId83"/>
    <p:sldId id="296" r:id="rId84"/>
    <p:sldId id="317" r:id="rId85"/>
    <p:sldId id="338" r:id="rId86"/>
    <p:sldId id="339" r:id="rId87"/>
    <p:sldId id="340" r:id="rId88"/>
    <p:sldId id="341" r:id="rId89"/>
    <p:sldId id="342" r:id="rId90"/>
    <p:sldId id="390" r:id="rId91"/>
    <p:sldId id="391" r:id="rId92"/>
    <p:sldId id="343" r:id="rId93"/>
    <p:sldId id="344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9C02BCF-3572-46E9-A6D5-D0B2EC30AB4E}">
          <p14:sldIdLst>
            <p14:sldId id="256"/>
            <p14:sldId id="349"/>
            <p14:sldId id="350"/>
            <p14:sldId id="351"/>
            <p14:sldId id="352"/>
            <p14:sldId id="353"/>
            <p14:sldId id="354"/>
            <p14:sldId id="355"/>
            <p14:sldId id="348"/>
            <p14:sldId id="284"/>
            <p14:sldId id="306"/>
            <p14:sldId id="285"/>
            <p14:sldId id="286"/>
            <p14:sldId id="307"/>
            <p14:sldId id="309"/>
            <p14:sldId id="347"/>
            <p14:sldId id="304"/>
            <p14:sldId id="305"/>
            <p14:sldId id="292"/>
            <p14:sldId id="345"/>
            <p14:sldId id="308"/>
            <p14:sldId id="311"/>
            <p14:sldId id="293"/>
            <p14:sldId id="287"/>
            <p14:sldId id="288"/>
            <p14:sldId id="361"/>
            <p14:sldId id="362"/>
            <p14:sldId id="363"/>
            <p14:sldId id="291"/>
            <p14:sldId id="313"/>
            <p14:sldId id="259"/>
            <p14:sldId id="314"/>
            <p14:sldId id="346"/>
            <p14:sldId id="315"/>
            <p14:sldId id="358"/>
            <p14:sldId id="300"/>
            <p14:sldId id="301"/>
            <p14:sldId id="323"/>
            <p14:sldId id="316"/>
            <p14:sldId id="273"/>
            <p14:sldId id="359"/>
            <p14:sldId id="367"/>
            <p14:sldId id="368"/>
            <p14:sldId id="369"/>
            <p14:sldId id="371"/>
            <p14:sldId id="370"/>
            <p14:sldId id="364"/>
            <p14:sldId id="365"/>
            <p14:sldId id="366"/>
            <p14:sldId id="372"/>
            <p14:sldId id="374"/>
            <p14:sldId id="373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</p14:sldIdLst>
        </p14:section>
        <p14:section name="Seção sem Título" id="{5E6D6B26-95E0-4635-B8E5-1297294D34A3}">
          <p14:sldIdLst>
            <p14:sldId id="326"/>
            <p14:sldId id="327"/>
            <p14:sldId id="384"/>
            <p14:sldId id="385"/>
            <p14:sldId id="386"/>
            <p14:sldId id="388"/>
            <p14:sldId id="389"/>
            <p14:sldId id="328"/>
            <p14:sldId id="333"/>
            <p14:sldId id="329"/>
            <p14:sldId id="330"/>
            <p14:sldId id="334"/>
            <p14:sldId id="335"/>
            <p14:sldId id="331"/>
            <p14:sldId id="360"/>
            <p14:sldId id="332"/>
            <p14:sldId id="274"/>
            <p14:sldId id="318"/>
            <p14:sldId id="280"/>
            <p14:sldId id="336"/>
            <p14:sldId id="337"/>
            <p14:sldId id="296"/>
            <p14:sldId id="317"/>
            <p14:sldId id="338"/>
            <p14:sldId id="339"/>
            <p14:sldId id="340"/>
            <p14:sldId id="341"/>
            <p14:sldId id="342"/>
            <p14:sldId id="390"/>
            <p14:sldId id="391"/>
            <p14:sldId id="343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4" d="100"/>
          <a:sy n="64" d="100"/>
        </p:scale>
        <p:origin x="1590" y="72"/>
      </p:cViewPr>
      <p:guideLst>
        <p:guide orient="horz" pos="2160"/>
        <p:guide pos="2880"/>
      </p:guideLst>
    </p:cSldViewPr>
  </p:slideViewPr>
  <p:notesTextViewPr>
    <p:cViewPr>
      <p:scale>
        <a:sx n="202" d="100"/>
        <a:sy n="202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D57FA2-2F7D-498F-9371-03A661E9E9F9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154FEE-81EE-42AA-B7FC-9A283EA0AE86}">
      <dgm:prSet phldrT="[Texto]"/>
      <dgm:spPr/>
      <dgm:t>
        <a:bodyPr/>
        <a:lstStyle/>
        <a:p>
          <a:r>
            <a:rPr lang="pt-BR" dirty="0"/>
            <a:t>AGENTES FISICOS DE ENERGIA</a:t>
          </a:r>
        </a:p>
      </dgm:t>
    </dgm:pt>
    <dgm:pt modelId="{73D972EF-18F8-45AE-8A99-779176155E98}" type="parTrans" cxnId="{427F9887-392B-4D29-BCC6-AA6810A71F7E}">
      <dgm:prSet/>
      <dgm:spPr/>
      <dgm:t>
        <a:bodyPr/>
        <a:lstStyle/>
        <a:p>
          <a:endParaRPr lang="pt-BR"/>
        </a:p>
      </dgm:t>
    </dgm:pt>
    <dgm:pt modelId="{E527AF68-73FD-4BE8-AD88-9FB5963C67A2}" type="sibTrans" cxnId="{427F9887-392B-4D29-BCC6-AA6810A71F7E}">
      <dgm:prSet/>
      <dgm:spPr/>
      <dgm:t>
        <a:bodyPr/>
        <a:lstStyle/>
        <a:p>
          <a:endParaRPr lang="pt-BR"/>
        </a:p>
      </dgm:t>
    </dgm:pt>
    <dgm:pt modelId="{E6E033C6-787D-4D3B-BB6B-64F54B79D151}">
      <dgm:prSet phldrT="[Texto]"/>
      <dgm:spPr/>
      <dgm:t>
        <a:bodyPr/>
        <a:lstStyle/>
        <a:p>
          <a:r>
            <a:rPr lang="pt-BR" dirty="0"/>
            <a:t>Térmico </a:t>
          </a:r>
        </a:p>
        <a:p>
          <a:r>
            <a:rPr lang="pt-BR" dirty="0"/>
            <a:t>Mecânico </a:t>
          </a:r>
        </a:p>
        <a:p>
          <a:r>
            <a:rPr lang="pt-BR" dirty="0"/>
            <a:t>Eletromagnético </a:t>
          </a:r>
        </a:p>
      </dgm:t>
    </dgm:pt>
    <dgm:pt modelId="{D56344C3-222B-43E1-8378-72BE24C7DDDF}" type="parTrans" cxnId="{AD788434-FD4B-41EC-974D-8171838FDB9B}">
      <dgm:prSet/>
      <dgm:spPr/>
      <dgm:t>
        <a:bodyPr/>
        <a:lstStyle/>
        <a:p>
          <a:endParaRPr lang="pt-BR"/>
        </a:p>
      </dgm:t>
    </dgm:pt>
    <dgm:pt modelId="{5D80B1B4-1EF2-442E-ADE0-FAF15A540E35}" type="sibTrans" cxnId="{AD788434-FD4B-41EC-974D-8171838FDB9B}">
      <dgm:prSet/>
      <dgm:spPr/>
      <dgm:t>
        <a:bodyPr/>
        <a:lstStyle/>
        <a:p>
          <a:endParaRPr lang="pt-BR"/>
        </a:p>
      </dgm:t>
    </dgm:pt>
    <dgm:pt modelId="{55D655DB-A975-4D4E-A549-FF02D91420DC}">
      <dgm:prSet phldrT="[Texto]"/>
      <dgm:spPr/>
      <dgm:t>
        <a:bodyPr/>
        <a:lstStyle/>
        <a:p>
          <a:r>
            <a:rPr lang="pt-BR" dirty="0"/>
            <a:t>INTERAÇÃO FISICA COM OS TECIDOS BIOLOGICOS </a:t>
          </a:r>
        </a:p>
      </dgm:t>
    </dgm:pt>
    <dgm:pt modelId="{187A5D59-BFE0-4FFF-B0F5-12712BCDB68F}" type="parTrans" cxnId="{B31447D0-E92C-49D2-848D-A5568EFD4EB7}">
      <dgm:prSet/>
      <dgm:spPr/>
      <dgm:t>
        <a:bodyPr/>
        <a:lstStyle/>
        <a:p>
          <a:endParaRPr lang="pt-BR"/>
        </a:p>
      </dgm:t>
    </dgm:pt>
    <dgm:pt modelId="{5123E172-9687-4573-A7CF-9290F5BAD6A8}" type="sibTrans" cxnId="{B31447D0-E92C-49D2-848D-A5568EFD4EB7}">
      <dgm:prSet/>
      <dgm:spPr/>
      <dgm:t>
        <a:bodyPr/>
        <a:lstStyle/>
        <a:p>
          <a:endParaRPr lang="pt-BR"/>
        </a:p>
      </dgm:t>
    </dgm:pt>
    <dgm:pt modelId="{1AC37987-9F5F-465E-9656-81ED0AA95CE1}">
      <dgm:prSet phldrT="[Texto]"/>
      <dgm:spPr/>
      <dgm:t>
        <a:bodyPr/>
        <a:lstStyle/>
        <a:p>
          <a:r>
            <a:rPr lang="pt-BR" dirty="0"/>
            <a:t>RESPOSTA PRIMARIA </a:t>
          </a:r>
        </a:p>
        <a:p>
          <a:r>
            <a:rPr lang="pt-BR" dirty="0"/>
            <a:t>RESPOSTA QUIMICA A NIVEL CELULAR </a:t>
          </a:r>
        </a:p>
      </dgm:t>
    </dgm:pt>
    <dgm:pt modelId="{6ABB48EB-FDA4-4CD3-8149-BE48893D4FB5}" type="parTrans" cxnId="{AEC42888-4331-41E9-B814-E9B78526BF84}">
      <dgm:prSet/>
      <dgm:spPr/>
      <dgm:t>
        <a:bodyPr/>
        <a:lstStyle/>
        <a:p>
          <a:endParaRPr lang="pt-BR"/>
        </a:p>
      </dgm:t>
    </dgm:pt>
    <dgm:pt modelId="{A9DFCF19-10AA-4FD4-893D-122D5FF09C6C}" type="sibTrans" cxnId="{AEC42888-4331-41E9-B814-E9B78526BF84}">
      <dgm:prSet/>
      <dgm:spPr/>
      <dgm:t>
        <a:bodyPr/>
        <a:lstStyle/>
        <a:p>
          <a:endParaRPr lang="pt-BR"/>
        </a:p>
      </dgm:t>
    </dgm:pt>
    <dgm:pt modelId="{E2F6F17D-85B4-45E6-B016-A742874E9CA4}">
      <dgm:prSet phldrT="[Texto]"/>
      <dgm:spPr/>
      <dgm:t>
        <a:bodyPr/>
        <a:lstStyle/>
        <a:p>
          <a:r>
            <a:rPr lang="pt-BR" dirty="0"/>
            <a:t>RESPOSTA SECUNDARIA </a:t>
          </a:r>
        </a:p>
        <a:p>
          <a:r>
            <a:rPr lang="pt-BR" dirty="0"/>
            <a:t>NIVEL TECIDUAL</a:t>
          </a:r>
        </a:p>
      </dgm:t>
    </dgm:pt>
    <dgm:pt modelId="{9FC95B95-BF3D-4861-9DA9-A96355F99E68}" type="parTrans" cxnId="{5B81A8A0-32C0-4F46-AD89-769F7C32B31E}">
      <dgm:prSet/>
      <dgm:spPr/>
      <dgm:t>
        <a:bodyPr/>
        <a:lstStyle/>
        <a:p>
          <a:endParaRPr lang="pt-BR"/>
        </a:p>
      </dgm:t>
    </dgm:pt>
    <dgm:pt modelId="{ABFC8537-E0EE-4DC0-B7EB-E08797E9E294}" type="sibTrans" cxnId="{5B81A8A0-32C0-4F46-AD89-769F7C32B31E}">
      <dgm:prSet/>
      <dgm:spPr/>
      <dgm:t>
        <a:bodyPr/>
        <a:lstStyle/>
        <a:p>
          <a:endParaRPr lang="pt-BR"/>
        </a:p>
      </dgm:t>
    </dgm:pt>
    <dgm:pt modelId="{F6CDD4E0-63F3-4391-A966-622FF7EF01B7}">
      <dgm:prSet phldrT="[Texto]"/>
      <dgm:spPr/>
      <dgm:t>
        <a:bodyPr/>
        <a:lstStyle/>
        <a:p>
          <a:r>
            <a:rPr lang="pt-BR" dirty="0"/>
            <a:t>ADEQUADA = AÇÃO TERAPEUTICA </a:t>
          </a:r>
        </a:p>
        <a:p>
          <a:r>
            <a:rPr lang="pt-BR" dirty="0"/>
            <a:t>INADEQUADA = AÇÃO LESIVA OU SEM EFEITO</a:t>
          </a:r>
        </a:p>
      </dgm:t>
    </dgm:pt>
    <dgm:pt modelId="{9EB984CA-1327-4B7E-B6ED-DACE8F401021}" type="parTrans" cxnId="{F5E94328-7D05-428A-8ECE-0796DD7894BC}">
      <dgm:prSet/>
      <dgm:spPr/>
      <dgm:t>
        <a:bodyPr/>
        <a:lstStyle/>
        <a:p>
          <a:endParaRPr lang="pt-BR"/>
        </a:p>
      </dgm:t>
    </dgm:pt>
    <dgm:pt modelId="{8091FE6D-E39D-4C75-A1DD-ACEE3A3000CE}" type="sibTrans" cxnId="{F5E94328-7D05-428A-8ECE-0796DD7894BC}">
      <dgm:prSet/>
      <dgm:spPr/>
      <dgm:t>
        <a:bodyPr/>
        <a:lstStyle/>
        <a:p>
          <a:endParaRPr lang="pt-BR"/>
        </a:p>
      </dgm:t>
    </dgm:pt>
    <dgm:pt modelId="{C82781FA-5C25-47A4-A4CB-CF05B1A5D711}" type="pres">
      <dgm:prSet presAssocID="{9BD57FA2-2F7D-498F-9371-03A661E9E9F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556DF0E-E9FB-4AA0-845B-CA24A1E16666}" type="pres">
      <dgm:prSet presAssocID="{5C154FEE-81EE-42AA-B7FC-9A283EA0AE86}" presName="root" presStyleCnt="0"/>
      <dgm:spPr/>
    </dgm:pt>
    <dgm:pt modelId="{79A113DB-20DA-428D-9239-4703332C5B28}" type="pres">
      <dgm:prSet presAssocID="{5C154FEE-81EE-42AA-B7FC-9A283EA0AE86}" presName="rootComposite" presStyleCnt="0"/>
      <dgm:spPr/>
    </dgm:pt>
    <dgm:pt modelId="{2E933DE9-8505-4660-9E17-65CDCD98F00F}" type="pres">
      <dgm:prSet presAssocID="{5C154FEE-81EE-42AA-B7FC-9A283EA0AE86}" presName="rootText" presStyleLbl="node1" presStyleIdx="0" presStyleCnt="3"/>
      <dgm:spPr/>
    </dgm:pt>
    <dgm:pt modelId="{EA57A455-0AC8-4FB9-BC33-58A886142890}" type="pres">
      <dgm:prSet presAssocID="{5C154FEE-81EE-42AA-B7FC-9A283EA0AE86}" presName="rootConnector" presStyleLbl="node1" presStyleIdx="0" presStyleCnt="3"/>
      <dgm:spPr/>
    </dgm:pt>
    <dgm:pt modelId="{633BAFFA-3A44-40D3-A544-9AF69770F1D6}" type="pres">
      <dgm:prSet presAssocID="{5C154FEE-81EE-42AA-B7FC-9A283EA0AE86}" presName="childShape" presStyleCnt="0"/>
      <dgm:spPr/>
    </dgm:pt>
    <dgm:pt modelId="{C7D0A88E-4F45-4E10-A5A7-A284C327F1A0}" type="pres">
      <dgm:prSet presAssocID="{D56344C3-222B-43E1-8378-72BE24C7DDDF}" presName="Name13" presStyleLbl="parChTrans1D2" presStyleIdx="0" presStyleCnt="3"/>
      <dgm:spPr/>
    </dgm:pt>
    <dgm:pt modelId="{F4181EA0-EA5E-400D-8E5B-AE5A12DC9793}" type="pres">
      <dgm:prSet presAssocID="{E6E033C6-787D-4D3B-BB6B-64F54B79D151}" presName="childText" presStyleLbl="bgAcc1" presStyleIdx="0" presStyleCnt="3">
        <dgm:presLayoutVars>
          <dgm:bulletEnabled val="1"/>
        </dgm:presLayoutVars>
      </dgm:prSet>
      <dgm:spPr/>
    </dgm:pt>
    <dgm:pt modelId="{B26FCEE1-86EA-4F2B-83D2-A3263639AE29}" type="pres">
      <dgm:prSet presAssocID="{55D655DB-A975-4D4E-A549-FF02D91420DC}" presName="root" presStyleCnt="0"/>
      <dgm:spPr/>
    </dgm:pt>
    <dgm:pt modelId="{EAB532AD-9972-445F-A891-199020474D91}" type="pres">
      <dgm:prSet presAssocID="{55D655DB-A975-4D4E-A549-FF02D91420DC}" presName="rootComposite" presStyleCnt="0"/>
      <dgm:spPr/>
    </dgm:pt>
    <dgm:pt modelId="{10376092-9B23-48C2-89B7-6BD8E814EF21}" type="pres">
      <dgm:prSet presAssocID="{55D655DB-A975-4D4E-A549-FF02D91420DC}" presName="rootText" presStyleLbl="node1" presStyleIdx="1" presStyleCnt="3"/>
      <dgm:spPr/>
    </dgm:pt>
    <dgm:pt modelId="{B456EED0-3F0F-4C7A-976D-A32136A3ABD8}" type="pres">
      <dgm:prSet presAssocID="{55D655DB-A975-4D4E-A549-FF02D91420DC}" presName="rootConnector" presStyleLbl="node1" presStyleIdx="1" presStyleCnt="3"/>
      <dgm:spPr/>
    </dgm:pt>
    <dgm:pt modelId="{023058A4-D354-4E04-86A1-132D52C7B7BC}" type="pres">
      <dgm:prSet presAssocID="{55D655DB-A975-4D4E-A549-FF02D91420DC}" presName="childShape" presStyleCnt="0"/>
      <dgm:spPr/>
    </dgm:pt>
    <dgm:pt modelId="{D1873E25-6E4C-439D-B832-1D530BB60BA8}" type="pres">
      <dgm:prSet presAssocID="{6ABB48EB-FDA4-4CD3-8149-BE48893D4FB5}" presName="Name13" presStyleLbl="parChTrans1D2" presStyleIdx="1" presStyleCnt="3"/>
      <dgm:spPr/>
    </dgm:pt>
    <dgm:pt modelId="{E938D6BB-C39D-4F92-B097-79293DB9A21A}" type="pres">
      <dgm:prSet presAssocID="{1AC37987-9F5F-465E-9656-81ED0AA95CE1}" presName="childText" presStyleLbl="bgAcc1" presStyleIdx="1" presStyleCnt="3">
        <dgm:presLayoutVars>
          <dgm:bulletEnabled val="1"/>
        </dgm:presLayoutVars>
      </dgm:prSet>
      <dgm:spPr/>
    </dgm:pt>
    <dgm:pt modelId="{7B21CC06-1295-486E-8A63-2BF8C6769C17}" type="pres">
      <dgm:prSet presAssocID="{E2F6F17D-85B4-45E6-B016-A742874E9CA4}" presName="root" presStyleCnt="0"/>
      <dgm:spPr/>
    </dgm:pt>
    <dgm:pt modelId="{58BE0745-B8E6-4C98-A39B-2D8620D11D1A}" type="pres">
      <dgm:prSet presAssocID="{E2F6F17D-85B4-45E6-B016-A742874E9CA4}" presName="rootComposite" presStyleCnt="0"/>
      <dgm:spPr/>
    </dgm:pt>
    <dgm:pt modelId="{095268CB-06C6-419C-BB64-2D6AD53F1E8C}" type="pres">
      <dgm:prSet presAssocID="{E2F6F17D-85B4-45E6-B016-A742874E9CA4}" presName="rootText" presStyleLbl="node1" presStyleIdx="2" presStyleCnt="3"/>
      <dgm:spPr/>
    </dgm:pt>
    <dgm:pt modelId="{8E3BCF02-F5E9-4764-A440-E232D8C63984}" type="pres">
      <dgm:prSet presAssocID="{E2F6F17D-85B4-45E6-B016-A742874E9CA4}" presName="rootConnector" presStyleLbl="node1" presStyleIdx="2" presStyleCnt="3"/>
      <dgm:spPr/>
    </dgm:pt>
    <dgm:pt modelId="{8821B525-CC8F-452F-9688-0D3DC44C5F46}" type="pres">
      <dgm:prSet presAssocID="{E2F6F17D-85B4-45E6-B016-A742874E9CA4}" presName="childShape" presStyleCnt="0"/>
      <dgm:spPr/>
    </dgm:pt>
    <dgm:pt modelId="{72D59EE2-E461-4F19-A05C-6C541FD7AAD4}" type="pres">
      <dgm:prSet presAssocID="{9EB984CA-1327-4B7E-B6ED-DACE8F401021}" presName="Name13" presStyleLbl="parChTrans1D2" presStyleIdx="2" presStyleCnt="3"/>
      <dgm:spPr/>
    </dgm:pt>
    <dgm:pt modelId="{3C171ACE-6B65-422B-8B79-D7E72F079FE3}" type="pres">
      <dgm:prSet presAssocID="{F6CDD4E0-63F3-4391-A966-622FF7EF01B7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8B707E0B-8F60-49F1-A23D-6C4C710828E7}" type="presOf" srcId="{6ABB48EB-FDA4-4CD3-8149-BE48893D4FB5}" destId="{D1873E25-6E4C-439D-B832-1D530BB60BA8}" srcOrd="0" destOrd="0" presId="urn:microsoft.com/office/officeart/2005/8/layout/hierarchy3"/>
    <dgm:cxn modelId="{E52B6313-DFC1-460A-A6D3-ACF23C8C1711}" type="presOf" srcId="{E2F6F17D-85B4-45E6-B016-A742874E9CA4}" destId="{8E3BCF02-F5E9-4764-A440-E232D8C63984}" srcOrd="1" destOrd="0" presId="urn:microsoft.com/office/officeart/2005/8/layout/hierarchy3"/>
    <dgm:cxn modelId="{45B91D1D-CF26-4C37-878E-E20CFCF1828F}" type="presOf" srcId="{D56344C3-222B-43E1-8378-72BE24C7DDDF}" destId="{C7D0A88E-4F45-4E10-A5A7-A284C327F1A0}" srcOrd="0" destOrd="0" presId="urn:microsoft.com/office/officeart/2005/8/layout/hierarchy3"/>
    <dgm:cxn modelId="{F5E94328-7D05-428A-8ECE-0796DD7894BC}" srcId="{E2F6F17D-85B4-45E6-B016-A742874E9CA4}" destId="{F6CDD4E0-63F3-4391-A966-622FF7EF01B7}" srcOrd="0" destOrd="0" parTransId="{9EB984CA-1327-4B7E-B6ED-DACE8F401021}" sibTransId="{8091FE6D-E39D-4C75-A1DD-ACEE3A3000CE}"/>
    <dgm:cxn modelId="{D750612A-9994-44F9-BF6F-91E54CFE7910}" type="presOf" srcId="{9EB984CA-1327-4B7E-B6ED-DACE8F401021}" destId="{72D59EE2-E461-4F19-A05C-6C541FD7AAD4}" srcOrd="0" destOrd="0" presId="urn:microsoft.com/office/officeart/2005/8/layout/hierarchy3"/>
    <dgm:cxn modelId="{AD788434-FD4B-41EC-974D-8171838FDB9B}" srcId="{5C154FEE-81EE-42AA-B7FC-9A283EA0AE86}" destId="{E6E033C6-787D-4D3B-BB6B-64F54B79D151}" srcOrd="0" destOrd="0" parTransId="{D56344C3-222B-43E1-8378-72BE24C7DDDF}" sibTransId="{5D80B1B4-1EF2-442E-ADE0-FAF15A540E35}"/>
    <dgm:cxn modelId="{0C5E333B-57C4-478A-99FE-93AFD26D4A82}" type="presOf" srcId="{5C154FEE-81EE-42AA-B7FC-9A283EA0AE86}" destId="{2E933DE9-8505-4660-9E17-65CDCD98F00F}" srcOrd="0" destOrd="0" presId="urn:microsoft.com/office/officeart/2005/8/layout/hierarchy3"/>
    <dgm:cxn modelId="{90260E3C-07CF-4C35-80F5-D0D17ECCD79A}" type="presOf" srcId="{55D655DB-A975-4D4E-A549-FF02D91420DC}" destId="{10376092-9B23-48C2-89B7-6BD8E814EF21}" srcOrd="0" destOrd="0" presId="urn:microsoft.com/office/officeart/2005/8/layout/hierarchy3"/>
    <dgm:cxn modelId="{B8FBDA48-FF47-4B92-8E2A-2323B2DAAD31}" type="presOf" srcId="{F6CDD4E0-63F3-4391-A966-622FF7EF01B7}" destId="{3C171ACE-6B65-422B-8B79-D7E72F079FE3}" srcOrd="0" destOrd="0" presId="urn:microsoft.com/office/officeart/2005/8/layout/hierarchy3"/>
    <dgm:cxn modelId="{D69D9650-A166-49AE-8BAE-BD20A80C144F}" type="presOf" srcId="{1AC37987-9F5F-465E-9656-81ED0AA95CE1}" destId="{E938D6BB-C39D-4F92-B097-79293DB9A21A}" srcOrd="0" destOrd="0" presId="urn:microsoft.com/office/officeart/2005/8/layout/hierarchy3"/>
    <dgm:cxn modelId="{427F9887-392B-4D29-BCC6-AA6810A71F7E}" srcId="{9BD57FA2-2F7D-498F-9371-03A661E9E9F9}" destId="{5C154FEE-81EE-42AA-B7FC-9A283EA0AE86}" srcOrd="0" destOrd="0" parTransId="{73D972EF-18F8-45AE-8A99-779176155E98}" sibTransId="{E527AF68-73FD-4BE8-AD88-9FB5963C67A2}"/>
    <dgm:cxn modelId="{AEC42888-4331-41E9-B814-E9B78526BF84}" srcId="{55D655DB-A975-4D4E-A549-FF02D91420DC}" destId="{1AC37987-9F5F-465E-9656-81ED0AA95CE1}" srcOrd="0" destOrd="0" parTransId="{6ABB48EB-FDA4-4CD3-8149-BE48893D4FB5}" sibTransId="{A9DFCF19-10AA-4FD4-893D-122D5FF09C6C}"/>
    <dgm:cxn modelId="{222BB798-D3F7-43C7-8096-CE1A8043EB26}" type="presOf" srcId="{5C154FEE-81EE-42AA-B7FC-9A283EA0AE86}" destId="{EA57A455-0AC8-4FB9-BC33-58A886142890}" srcOrd="1" destOrd="0" presId="urn:microsoft.com/office/officeart/2005/8/layout/hierarchy3"/>
    <dgm:cxn modelId="{01D7FF98-4C4D-4407-8FB1-6F719656DA84}" type="presOf" srcId="{55D655DB-A975-4D4E-A549-FF02D91420DC}" destId="{B456EED0-3F0F-4C7A-976D-A32136A3ABD8}" srcOrd="1" destOrd="0" presId="urn:microsoft.com/office/officeart/2005/8/layout/hierarchy3"/>
    <dgm:cxn modelId="{5B81A8A0-32C0-4F46-AD89-769F7C32B31E}" srcId="{9BD57FA2-2F7D-498F-9371-03A661E9E9F9}" destId="{E2F6F17D-85B4-45E6-B016-A742874E9CA4}" srcOrd="2" destOrd="0" parTransId="{9FC95B95-BF3D-4861-9DA9-A96355F99E68}" sibTransId="{ABFC8537-E0EE-4DC0-B7EB-E08797E9E294}"/>
    <dgm:cxn modelId="{B31447D0-E92C-49D2-848D-A5568EFD4EB7}" srcId="{9BD57FA2-2F7D-498F-9371-03A661E9E9F9}" destId="{55D655DB-A975-4D4E-A549-FF02D91420DC}" srcOrd="1" destOrd="0" parTransId="{187A5D59-BFE0-4FFF-B0F5-12712BCDB68F}" sibTransId="{5123E172-9687-4573-A7CF-9290F5BAD6A8}"/>
    <dgm:cxn modelId="{5FBE3DD4-7A57-4B1E-A0D9-9DD844171C7C}" type="presOf" srcId="{E2F6F17D-85B4-45E6-B016-A742874E9CA4}" destId="{095268CB-06C6-419C-BB64-2D6AD53F1E8C}" srcOrd="0" destOrd="0" presId="urn:microsoft.com/office/officeart/2005/8/layout/hierarchy3"/>
    <dgm:cxn modelId="{55B462D5-FC22-457B-A66D-DB56996BB18A}" type="presOf" srcId="{E6E033C6-787D-4D3B-BB6B-64F54B79D151}" destId="{F4181EA0-EA5E-400D-8E5B-AE5A12DC9793}" srcOrd="0" destOrd="0" presId="urn:microsoft.com/office/officeart/2005/8/layout/hierarchy3"/>
    <dgm:cxn modelId="{2DFF62D5-3064-4CF1-8542-5F8004753636}" type="presOf" srcId="{9BD57FA2-2F7D-498F-9371-03A661E9E9F9}" destId="{C82781FA-5C25-47A4-A4CB-CF05B1A5D711}" srcOrd="0" destOrd="0" presId="urn:microsoft.com/office/officeart/2005/8/layout/hierarchy3"/>
    <dgm:cxn modelId="{7C7C4E8E-64B2-45EC-AB27-08C656BFF4C6}" type="presParOf" srcId="{C82781FA-5C25-47A4-A4CB-CF05B1A5D711}" destId="{2556DF0E-E9FB-4AA0-845B-CA24A1E16666}" srcOrd="0" destOrd="0" presId="urn:microsoft.com/office/officeart/2005/8/layout/hierarchy3"/>
    <dgm:cxn modelId="{6D14A737-FE00-4894-9F64-58B10880FFD9}" type="presParOf" srcId="{2556DF0E-E9FB-4AA0-845B-CA24A1E16666}" destId="{79A113DB-20DA-428D-9239-4703332C5B28}" srcOrd="0" destOrd="0" presId="urn:microsoft.com/office/officeart/2005/8/layout/hierarchy3"/>
    <dgm:cxn modelId="{B3FB84D6-6AF8-430B-B87B-6B04D4B70F12}" type="presParOf" srcId="{79A113DB-20DA-428D-9239-4703332C5B28}" destId="{2E933DE9-8505-4660-9E17-65CDCD98F00F}" srcOrd="0" destOrd="0" presId="urn:microsoft.com/office/officeart/2005/8/layout/hierarchy3"/>
    <dgm:cxn modelId="{D7278D19-69F4-463F-A1F1-C355C22E3E84}" type="presParOf" srcId="{79A113DB-20DA-428D-9239-4703332C5B28}" destId="{EA57A455-0AC8-4FB9-BC33-58A886142890}" srcOrd="1" destOrd="0" presId="urn:microsoft.com/office/officeart/2005/8/layout/hierarchy3"/>
    <dgm:cxn modelId="{DD22AD10-8492-4D83-8BD4-17F17BF1AF0F}" type="presParOf" srcId="{2556DF0E-E9FB-4AA0-845B-CA24A1E16666}" destId="{633BAFFA-3A44-40D3-A544-9AF69770F1D6}" srcOrd="1" destOrd="0" presId="urn:microsoft.com/office/officeart/2005/8/layout/hierarchy3"/>
    <dgm:cxn modelId="{EC9ADCBD-BD48-4867-A937-F6BE79B2DEAC}" type="presParOf" srcId="{633BAFFA-3A44-40D3-A544-9AF69770F1D6}" destId="{C7D0A88E-4F45-4E10-A5A7-A284C327F1A0}" srcOrd="0" destOrd="0" presId="urn:microsoft.com/office/officeart/2005/8/layout/hierarchy3"/>
    <dgm:cxn modelId="{F16CCD3B-11A5-48AC-A416-16C20DA20EDF}" type="presParOf" srcId="{633BAFFA-3A44-40D3-A544-9AF69770F1D6}" destId="{F4181EA0-EA5E-400D-8E5B-AE5A12DC9793}" srcOrd="1" destOrd="0" presId="urn:microsoft.com/office/officeart/2005/8/layout/hierarchy3"/>
    <dgm:cxn modelId="{37C0628D-B27A-40BD-94F8-C3C13CF8B7B2}" type="presParOf" srcId="{C82781FA-5C25-47A4-A4CB-CF05B1A5D711}" destId="{B26FCEE1-86EA-4F2B-83D2-A3263639AE29}" srcOrd="1" destOrd="0" presId="urn:microsoft.com/office/officeart/2005/8/layout/hierarchy3"/>
    <dgm:cxn modelId="{163DAF83-B8D4-4820-BD9E-FBD12EA9B334}" type="presParOf" srcId="{B26FCEE1-86EA-4F2B-83D2-A3263639AE29}" destId="{EAB532AD-9972-445F-A891-199020474D91}" srcOrd="0" destOrd="0" presId="urn:microsoft.com/office/officeart/2005/8/layout/hierarchy3"/>
    <dgm:cxn modelId="{51FB2913-EC04-4C46-B108-64E45C48359D}" type="presParOf" srcId="{EAB532AD-9972-445F-A891-199020474D91}" destId="{10376092-9B23-48C2-89B7-6BD8E814EF21}" srcOrd="0" destOrd="0" presId="urn:microsoft.com/office/officeart/2005/8/layout/hierarchy3"/>
    <dgm:cxn modelId="{37D7CFA7-1203-4C34-9A3A-E5050A345676}" type="presParOf" srcId="{EAB532AD-9972-445F-A891-199020474D91}" destId="{B456EED0-3F0F-4C7A-976D-A32136A3ABD8}" srcOrd="1" destOrd="0" presId="urn:microsoft.com/office/officeart/2005/8/layout/hierarchy3"/>
    <dgm:cxn modelId="{08D6D33A-5A84-4823-96BA-6C86156D4734}" type="presParOf" srcId="{B26FCEE1-86EA-4F2B-83D2-A3263639AE29}" destId="{023058A4-D354-4E04-86A1-132D52C7B7BC}" srcOrd="1" destOrd="0" presId="urn:microsoft.com/office/officeart/2005/8/layout/hierarchy3"/>
    <dgm:cxn modelId="{7A65B1EE-8E03-458F-8485-676005E8BBB9}" type="presParOf" srcId="{023058A4-D354-4E04-86A1-132D52C7B7BC}" destId="{D1873E25-6E4C-439D-B832-1D530BB60BA8}" srcOrd="0" destOrd="0" presId="urn:microsoft.com/office/officeart/2005/8/layout/hierarchy3"/>
    <dgm:cxn modelId="{1164D370-A2F3-48E7-A5DA-44F519E1397E}" type="presParOf" srcId="{023058A4-D354-4E04-86A1-132D52C7B7BC}" destId="{E938D6BB-C39D-4F92-B097-79293DB9A21A}" srcOrd="1" destOrd="0" presId="urn:microsoft.com/office/officeart/2005/8/layout/hierarchy3"/>
    <dgm:cxn modelId="{EC6C43E7-152B-4AFA-B4AD-E2328ADA8525}" type="presParOf" srcId="{C82781FA-5C25-47A4-A4CB-CF05B1A5D711}" destId="{7B21CC06-1295-486E-8A63-2BF8C6769C17}" srcOrd="2" destOrd="0" presId="urn:microsoft.com/office/officeart/2005/8/layout/hierarchy3"/>
    <dgm:cxn modelId="{00DF52E8-B796-4340-ACD7-76A15A2DEE03}" type="presParOf" srcId="{7B21CC06-1295-486E-8A63-2BF8C6769C17}" destId="{58BE0745-B8E6-4C98-A39B-2D8620D11D1A}" srcOrd="0" destOrd="0" presId="urn:microsoft.com/office/officeart/2005/8/layout/hierarchy3"/>
    <dgm:cxn modelId="{5CBA2B85-E6F9-4DC5-9B4B-A90729BBE3A1}" type="presParOf" srcId="{58BE0745-B8E6-4C98-A39B-2D8620D11D1A}" destId="{095268CB-06C6-419C-BB64-2D6AD53F1E8C}" srcOrd="0" destOrd="0" presId="urn:microsoft.com/office/officeart/2005/8/layout/hierarchy3"/>
    <dgm:cxn modelId="{19CB8688-FFE7-4139-BC57-2816B985334C}" type="presParOf" srcId="{58BE0745-B8E6-4C98-A39B-2D8620D11D1A}" destId="{8E3BCF02-F5E9-4764-A440-E232D8C63984}" srcOrd="1" destOrd="0" presId="urn:microsoft.com/office/officeart/2005/8/layout/hierarchy3"/>
    <dgm:cxn modelId="{4A444B1E-8DFF-4924-880D-3CCB594AF9D4}" type="presParOf" srcId="{7B21CC06-1295-486E-8A63-2BF8C6769C17}" destId="{8821B525-CC8F-452F-9688-0D3DC44C5F46}" srcOrd="1" destOrd="0" presId="urn:microsoft.com/office/officeart/2005/8/layout/hierarchy3"/>
    <dgm:cxn modelId="{50787761-7698-4386-A16B-60E35ED22820}" type="presParOf" srcId="{8821B525-CC8F-452F-9688-0D3DC44C5F46}" destId="{72D59EE2-E461-4F19-A05C-6C541FD7AAD4}" srcOrd="0" destOrd="0" presId="urn:microsoft.com/office/officeart/2005/8/layout/hierarchy3"/>
    <dgm:cxn modelId="{2D935DA4-9353-490F-A652-E5D804C33413}" type="presParOf" srcId="{8821B525-CC8F-452F-9688-0D3DC44C5F46}" destId="{3C171ACE-6B65-422B-8B79-D7E72F079FE3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047F59-E595-40C8-A9C3-8E996343E88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77A2F33-FAAA-4EB9-819B-A7BF845C2D03}">
      <dgm:prSet phldrT="[Texto]"/>
      <dgm:spPr/>
      <dgm:t>
        <a:bodyPr/>
        <a:lstStyle/>
        <a:p>
          <a:r>
            <a:rPr lang="pt-BR" dirty="0"/>
            <a:t>FISICA </a:t>
          </a:r>
        </a:p>
      </dgm:t>
    </dgm:pt>
    <dgm:pt modelId="{46A4BB1D-214E-4087-8944-0C60EE9C1BEE}" type="parTrans" cxnId="{59DF66F5-1EE5-4342-A950-57D925433DB2}">
      <dgm:prSet/>
      <dgm:spPr/>
      <dgm:t>
        <a:bodyPr/>
        <a:lstStyle/>
        <a:p>
          <a:endParaRPr lang="pt-BR"/>
        </a:p>
      </dgm:t>
    </dgm:pt>
    <dgm:pt modelId="{8FEB7280-4EDB-4124-8178-A1ADD307EE31}" type="sibTrans" cxnId="{59DF66F5-1EE5-4342-A950-57D925433DB2}">
      <dgm:prSet/>
      <dgm:spPr/>
      <dgm:t>
        <a:bodyPr/>
        <a:lstStyle/>
        <a:p>
          <a:endParaRPr lang="pt-BR"/>
        </a:p>
      </dgm:t>
    </dgm:pt>
    <dgm:pt modelId="{29B01154-EE91-40EB-AA3A-978BABBE9F71}">
      <dgm:prSet phldrT="[Texto]"/>
      <dgm:spPr/>
      <dgm:t>
        <a:bodyPr/>
        <a:lstStyle/>
        <a:p>
          <a:r>
            <a:rPr lang="pt-BR" dirty="0"/>
            <a:t>QUIMICA </a:t>
          </a:r>
        </a:p>
      </dgm:t>
    </dgm:pt>
    <dgm:pt modelId="{20D977AC-2728-4A45-B124-B939E893EE6C}" type="parTrans" cxnId="{504A5FE6-BC77-4A3F-B74F-44DAA4F7F44A}">
      <dgm:prSet/>
      <dgm:spPr/>
      <dgm:t>
        <a:bodyPr/>
        <a:lstStyle/>
        <a:p>
          <a:endParaRPr lang="pt-BR"/>
        </a:p>
      </dgm:t>
    </dgm:pt>
    <dgm:pt modelId="{0858AB5E-7F88-480F-A058-E18376A20897}" type="sibTrans" cxnId="{504A5FE6-BC77-4A3F-B74F-44DAA4F7F44A}">
      <dgm:prSet/>
      <dgm:spPr/>
      <dgm:t>
        <a:bodyPr/>
        <a:lstStyle/>
        <a:p>
          <a:endParaRPr lang="pt-BR"/>
        </a:p>
      </dgm:t>
    </dgm:pt>
    <dgm:pt modelId="{3A680A5A-A23B-4A67-A117-3B93F3DD8A2B}">
      <dgm:prSet phldrT="[Texto]"/>
      <dgm:spPr/>
      <dgm:t>
        <a:bodyPr/>
        <a:lstStyle/>
        <a:p>
          <a:r>
            <a:rPr lang="pt-BR" dirty="0"/>
            <a:t>DISFUNÇÕES </a:t>
          </a:r>
        </a:p>
      </dgm:t>
    </dgm:pt>
    <dgm:pt modelId="{08E443B4-BB64-4116-9656-CDB0F69E4144}" type="parTrans" cxnId="{984F2A2D-132B-43D0-B2FF-10D88CA176F7}">
      <dgm:prSet/>
      <dgm:spPr/>
      <dgm:t>
        <a:bodyPr/>
        <a:lstStyle/>
        <a:p>
          <a:endParaRPr lang="pt-BR"/>
        </a:p>
      </dgm:t>
    </dgm:pt>
    <dgm:pt modelId="{0832FB24-5CEE-4E5E-812D-DE197268EF79}" type="sibTrans" cxnId="{984F2A2D-132B-43D0-B2FF-10D88CA176F7}">
      <dgm:prSet/>
      <dgm:spPr/>
      <dgm:t>
        <a:bodyPr/>
        <a:lstStyle/>
        <a:p>
          <a:endParaRPr lang="pt-BR"/>
        </a:p>
      </dgm:t>
    </dgm:pt>
    <dgm:pt modelId="{26F59145-025B-493A-B0B7-398182B3CB80}" type="pres">
      <dgm:prSet presAssocID="{02047F59-E595-40C8-A9C3-8E996343E888}" presName="CompostProcess" presStyleCnt="0">
        <dgm:presLayoutVars>
          <dgm:dir/>
          <dgm:resizeHandles val="exact"/>
        </dgm:presLayoutVars>
      </dgm:prSet>
      <dgm:spPr/>
    </dgm:pt>
    <dgm:pt modelId="{A9835924-5DCD-462E-B871-1C2097896C85}" type="pres">
      <dgm:prSet presAssocID="{02047F59-E595-40C8-A9C3-8E996343E888}" presName="arrow" presStyleLbl="bgShp" presStyleIdx="0" presStyleCnt="1"/>
      <dgm:spPr/>
    </dgm:pt>
    <dgm:pt modelId="{E8838A8C-EFCE-4A06-A435-815F10E8EBD7}" type="pres">
      <dgm:prSet presAssocID="{02047F59-E595-40C8-A9C3-8E996343E888}" presName="linearProcess" presStyleCnt="0"/>
      <dgm:spPr/>
    </dgm:pt>
    <dgm:pt modelId="{B0AE5ACF-E2E9-4023-B2E2-EB14E338069A}" type="pres">
      <dgm:prSet presAssocID="{777A2F33-FAAA-4EB9-819B-A7BF845C2D03}" presName="textNode" presStyleLbl="node1" presStyleIdx="0" presStyleCnt="3">
        <dgm:presLayoutVars>
          <dgm:bulletEnabled val="1"/>
        </dgm:presLayoutVars>
      </dgm:prSet>
      <dgm:spPr/>
    </dgm:pt>
    <dgm:pt modelId="{46C17F84-3088-44EA-998D-FDDE7B69199D}" type="pres">
      <dgm:prSet presAssocID="{8FEB7280-4EDB-4124-8178-A1ADD307EE31}" presName="sibTrans" presStyleCnt="0"/>
      <dgm:spPr/>
    </dgm:pt>
    <dgm:pt modelId="{BEE969DF-91FB-4995-8AEB-B4D8ACFD426A}" type="pres">
      <dgm:prSet presAssocID="{29B01154-EE91-40EB-AA3A-978BABBE9F71}" presName="textNode" presStyleLbl="node1" presStyleIdx="1" presStyleCnt="3">
        <dgm:presLayoutVars>
          <dgm:bulletEnabled val="1"/>
        </dgm:presLayoutVars>
      </dgm:prSet>
      <dgm:spPr/>
    </dgm:pt>
    <dgm:pt modelId="{5FFA7321-B04D-44C2-8B49-B9819175134E}" type="pres">
      <dgm:prSet presAssocID="{0858AB5E-7F88-480F-A058-E18376A20897}" presName="sibTrans" presStyleCnt="0"/>
      <dgm:spPr/>
    </dgm:pt>
    <dgm:pt modelId="{D09F1C4F-B427-4DE3-996A-F2AC59BB73BC}" type="pres">
      <dgm:prSet presAssocID="{3A680A5A-A23B-4A67-A117-3B93F3DD8A2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C153800-934B-40E4-9307-73AC612D973C}" type="presOf" srcId="{3A680A5A-A23B-4A67-A117-3B93F3DD8A2B}" destId="{D09F1C4F-B427-4DE3-996A-F2AC59BB73BC}" srcOrd="0" destOrd="0" presId="urn:microsoft.com/office/officeart/2005/8/layout/hProcess9"/>
    <dgm:cxn modelId="{984F2A2D-132B-43D0-B2FF-10D88CA176F7}" srcId="{02047F59-E595-40C8-A9C3-8E996343E888}" destId="{3A680A5A-A23B-4A67-A117-3B93F3DD8A2B}" srcOrd="2" destOrd="0" parTransId="{08E443B4-BB64-4116-9656-CDB0F69E4144}" sibTransId="{0832FB24-5CEE-4E5E-812D-DE197268EF79}"/>
    <dgm:cxn modelId="{42172B3A-84CC-430C-B53F-761AA2A8D923}" type="presOf" srcId="{29B01154-EE91-40EB-AA3A-978BABBE9F71}" destId="{BEE969DF-91FB-4995-8AEB-B4D8ACFD426A}" srcOrd="0" destOrd="0" presId="urn:microsoft.com/office/officeart/2005/8/layout/hProcess9"/>
    <dgm:cxn modelId="{29166971-DACF-4030-A77F-7DF2EE419D0D}" type="presOf" srcId="{02047F59-E595-40C8-A9C3-8E996343E888}" destId="{26F59145-025B-493A-B0B7-398182B3CB80}" srcOrd="0" destOrd="0" presId="urn:microsoft.com/office/officeart/2005/8/layout/hProcess9"/>
    <dgm:cxn modelId="{504A5FE6-BC77-4A3F-B74F-44DAA4F7F44A}" srcId="{02047F59-E595-40C8-A9C3-8E996343E888}" destId="{29B01154-EE91-40EB-AA3A-978BABBE9F71}" srcOrd="1" destOrd="0" parTransId="{20D977AC-2728-4A45-B124-B939E893EE6C}" sibTransId="{0858AB5E-7F88-480F-A058-E18376A20897}"/>
    <dgm:cxn modelId="{5871EDF1-F01F-41F2-A711-94A1059CE757}" type="presOf" srcId="{777A2F33-FAAA-4EB9-819B-A7BF845C2D03}" destId="{B0AE5ACF-E2E9-4023-B2E2-EB14E338069A}" srcOrd="0" destOrd="0" presId="urn:microsoft.com/office/officeart/2005/8/layout/hProcess9"/>
    <dgm:cxn modelId="{59DF66F5-1EE5-4342-A950-57D925433DB2}" srcId="{02047F59-E595-40C8-A9C3-8E996343E888}" destId="{777A2F33-FAAA-4EB9-819B-A7BF845C2D03}" srcOrd="0" destOrd="0" parTransId="{46A4BB1D-214E-4087-8944-0C60EE9C1BEE}" sibTransId="{8FEB7280-4EDB-4124-8178-A1ADD307EE31}"/>
    <dgm:cxn modelId="{10209092-A0B0-49EE-AD2C-D7F220795B6C}" type="presParOf" srcId="{26F59145-025B-493A-B0B7-398182B3CB80}" destId="{A9835924-5DCD-462E-B871-1C2097896C85}" srcOrd="0" destOrd="0" presId="urn:microsoft.com/office/officeart/2005/8/layout/hProcess9"/>
    <dgm:cxn modelId="{F15CB8F5-D20E-4660-BBC3-D14C62E74CD5}" type="presParOf" srcId="{26F59145-025B-493A-B0B7-398182B3CB80}" destId="{E8838A8C-EFCE-4A06-A435-815F10E8EBD7}" srcOrd="1" destOrd="0" presId="urn:microsoft.com/office/officeart/2005/8/layout/hProcess9"/>
    <dgm:cxn modelId="{E6E2A994-F35C-41D2-BD60-CDE38388BD7A}" type="presParOf" srcId="{E8838A8C-EFCE-4A06-A435-815F10E8EBD7}" destId="{B0AE5ACF-E2E9-4023-B2E2-EB14E338069A}" srcOrd="0" destOrd="0" presId="urn:microsoft.com/office/officeart/2005/8/layout/hProcess9"/>
    <dgm:cxn modelId="{5569D2EA-238E-4E23-88DC-2B0C4065D1A6}" type="presParOf" srcId="{E8838A8C-EFCE-4A06-A435-815F10E8EBD7}" destId="{46C17F84-3088-44EA-998D-FDDE7B69199D}" srcOrd="1" destOrd="0" presId="urn:microsoft.com/office/officeart/2005/8/layout/hProcess9"/>
    <dgm:cxn modelId="{E72DEC89-7398-489E-B76E-3BEF851B6AA1}" type="presParOf" srcId="{E8838A8C-EFCE-4A06-A435-815F10E8EBD7}" destId="{BEE969DF-91FB-4995-8AEB-B4D8ACFD426A}" srcOrd="2" destOrd="0" presId="urn:microsoft.com/office/officeart/2005/8/layout/hProcess9"/>
    <dgm:cxn modelId="{44A72F00-1FA6-42BA-AC74-6E9B292D8220}" type="presParOf" srcId="{E8838A8C-EFCE-4A06-A435-815F10E8EBD7}" destId="{5FFA7321-B04D-44C2-8B49-B9819175134E}" srcOrd="3" destOrd="0" presId="urn:microsoft.com/office/officeart/2005/8/layout/hProcess9"/>
    <dgm:cxn modelId="{1D359789-6B43-41B2-9457-A1EF1B67CD84}" type="presParOf" srcId="{E8838A8C-EFCE-4A06-A435-815F10E8EBD7}" destId="{D09F1C4F-B427-4DE3-996A-F2AC59BB73BC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6FB10F-6B65-4A38-878B-5411DED1526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7C043FA7-9516-4197-A086-4404D15D56AA}">
      <dgm:prSet phldrT="[Texto]"/>
      <dgm:spPr/>
      <dgm:t>
        <a:bodyPr/>
        <a:lstStyle/>
        <a:p>
          <a:r>
            <a:rPr lang="pt-BR" dirty="0"/>
            <a:t>PULSADO 16 Hz</a:t>
          </a:r>
        </a:p>
      </dgm:t>
    </dgm:pt>
    <dgm:pt modelId="{4DED873B-3BE9-4BAD-AA9B-2BCE00C35E87}" type="parTrans" cxnId="{970157BC-36F2-4129-9289-DD373EFD9BE7}">
      <dgm:prSet/>
      <dgm:spPr/>
      <dgm:t>
        <a:bodyPr/>
        <a:lstStyle/>
        <a:p>
          <a:endParaRPr lang="pt-BR"/>
        </a:p>
      </dgm:t>
    </dgm:pt>
    <dgm:pt modelId="{D2642219-4F48-4B31-9354-E6EB47E5AAD6}" type="sibTrans" cxnId="{970157BC-36F2-4129-9289-DD373EFD9BE7}">
      <dgm:prSet/>
      <dgm:spPr/>
      <dgm:t>
        <a:bodyPr/>
        <a:lstStyle/>
        <a:p>
          <a:endParaRPr lang="pt-BR"/>
        </a:p>
      </dgm:t>
    </dgm:pt>
    <dgm:pt modelId="{463F12CD-B3C7-4E2F-BF93-1AE0105AB004}">
      <dgm:prSet phldrT="[Texto]"/>
      <dgm:spPr/>
      <dgm:t>
        <a:bodyPr/>
        <a:lstStyle/>
        <a:p>
          <a:r>
            <a:rPr lang="pt-BR" dirty="0"/>
            <a:t>CONTINUO </a:t>
          </a:r>
        </a:p>
      </dgm:t>
    </dgm:pt>
    <dgm:pt modelId="{3FF42C60-CD04-41BA-B2A3-E973DEEF5C39}" type="parTrans" cxnId="{7C383880-9ED2-4C0C-B4BB-D89318C6117D}">
      <dgm:prSet/>
      <dgm:spPr/>
      <dgm:t>
        <a:bodyPr/>
        <a:lstStyle/>
        <a:p>
          <a:endParaRPr lang="pt-BR"/>
        </a:p>
      </dgm:t>
    </dgm:pt>
    <dgm:pt modelId="{CD445FD2-6F5C-4DCD-B864-D459C8850154}" type="sibTrans" cxnId="{7C383880-9ED2-4C0C-B4BB-D89318C6117D}">
      <dgm:prSet/>
      <dgm:spPr/>
      <dgm:t>
        <a:bodyPr/>
        <a:lstStyle/>
        <a:p>
          <a:endParaRPr lang="pt-BR"/>
        </a:p>
      </dgm:t>
    </dgm:pt>
    <dgm:pt modelId="{A3EDCB65-43BE-4DDB-8AD8-1DBD62D833ED}">
      <dgm:prSet/>
      <dgm:spPr/>
      <dgm:t>
        <a:bodyPr/>
        <a:lstStyle/>
        <a:p>
          <a:r>
            <a:rPr lang="pt-BR" dirty="0"/>
            <a:t>Pós operatório imediato ou fase aguda, edema quente. </a:t>
          </a:r>
        </a:p>
      </dgm:t>
    </dgm:pt>
    <dgm:pt modelId="{BB840903-D5E5-49CD-8A81-0E8BF069CB46}" type="parTrans" cxnId="{75516AC6-A0AC-4906-9D0F-C3A017B978F5}">
      <dgm:prSet/>
      <dgm:spPr/>
      <dgm:t>
        <a:bodyPr/>
        <a:lstStyle/>
        <a:p>
          <a:endParaRPr lang="pt-BR"/>
        </a:p>
      </dgm:t>
    </dgm:pt>
    <dgm:pt modelId="{D272880C-BDEA-49D6-8222-C435575396C0}" type="sibTrans" cxnId="{75516AC6-A0AC-4906-9D0F-C3A017B978F5}">
      <dgm:prSet/>
      <dgm:spPr/>
      <dgm:t>
        <a:bodyPr/>
        <a:lstStyle/>
        <a:p>
          <a:endParaRPr lang="pt-BR"/>
        </a:p>
      </dgm:t>
    </dgm:pt>
    <dgm:pt modelId="{3A4A5F88-5853-4B4B-83B5-94911E30A9BB}">
      <dgm:prSet phldrT="[Texto]"/>
      <dgm:spPr/>
      <dgm:t>
        <a:bodyPr/>
        <a:lstStyle/>
        <a:p>
          <a:r>
            <a:rPr lang="pt-BR" dirty="0"/>
            <a:t>PULSADO 100 Hz</a:t>
          </a:r>
        </a:p>
      </dgm:t>
    </dgm:pt>
    <dgm:pt modelId="{789F9C36-FF7E-4218-A1B8-4CE94CD65016}" type="sibTrans" cxnId="{A5BF508B-A544-4578-A217-7F75BC7D81B2}">
      <dgm:prSet/>
      <dgm:spPr/>
      <dgm:t>
        <a:bodyPr/>
        <a:lstStyle/>
        <a:p>
          <a:endParaRPr lang="pt-BR"/>
        </a:p>
      </dgm:t>
    </dgm:pt>
    <dgm:pt modelId="{F5E672C8-5D32-4CFF-BFA3-0A0BE1FC470F}" type="parTrans" cxnId="{A5BF508B-A544-4578-A217-7F75BC7D81B2}">
      <dgm:prSet/>
      <dgm:spPr/>
      <dgm:t>
        <a:bodyPr/>
        <a:lstStyle/>
        <a:p>
          <a:endParaRPr lang="pt-BR"/>
        </a:p>
      </dgm:t>
    </dgm:pt>
    <dgm:pt modelId="{C0FB477A-84EE-4694-A0A8-3D26328C8C63}">
      <dgm:prSet/>
      <dgm:spPr/>
      <dgm:t>
        <a:bodyPr/>
        <a:lstStyle/>
        <a:p>
          <a:r>
            <a:rPr lang="pt-BR" dirty="0"/>
            <a:t>Pós operatório recente, fase sub aguda, presença de edema frio e hematoma. </a:t>
          </a:r>
        </a:p>
      </dgm:t>
    </dgm:pt>
    <dgm:pt modelId="{01652784-9EBF-4599-A1CF-1BCE16A18126}" type="parTrans" cxnId="{93D1608D-A301-4FF9-B8A2-F1B17BFDA76F}">
      <dgm:prSet/>
      <dgm:spPr/>
      <dgm:t>
        <a:bodyPr/>
        <a:lstStyle/>
        <a:p>
          <a:endParaRPr lang="pt-BR"/>
        </a:p>
      </dgm:t>
    </dgm:pt>
    <dgm:pt modelId="{C424897F-4022-4418-9984-457CC7E859F3}" type="sibTrans" cxnId="{93D1608D-A301-4FF9-B8A2-F1B17BFDA76F}">
      <dgm:prSet/>
      <dgm:spPr/>
      <dgm:t>
        <a:bodyPr/>
        <a:lstStyle/>
        <a:p>
          <a:endParaRPr lang="pt-BR"/>
        </a:p>
      </dgm:t>
    </dgm:pt>
    <dgm:pt modelId="{5A820877-DD7C-423C-B0DE-7A78B366D798}">
      <dgm:prSet/>
      <dgm:spPr/>
      <dgm:t>
        <a:bodyPr/>
        <a:lstStyle/>
        <a:p>
          <a:r>
            <a:rPr lang="pt-BR" dirty="0"/>
            <a:t>Pós operatório tardio ou fase crônica, presença de fibrose. </a:t>
          </a:r>
        </a:p>
      </dgm:t>
    </dgm:pt>
    <dgm:pt modelId="{9679B9EE-4AD3-44E9-9B20-935617C1495F}" type="parTrans" cxnId="{8E8B2046-EA98-4BAD-8A38-1DE2A8465B1F}">
      <dgm:prSet/>
      <dgm:spPr/>
      <dgm:t>
        <a:bodyPr/>
        <a:lstStyle/>
        <a:p>
          <a:endParaRPr lang="pt-BR"/>
        </a:p>
      </dgm:t>
    </dgm:pt>
    <dgm:pt modelId="{0A2202D0-E930-47F1-8FC2-1C30E49BD417}" type="sibTrans" cxnId="{8E8B2046-EA98-4BAD-8A38-1DE2A8465B1F}">
      <dgm:prSet/>
      <dgm:spPr/>
      <dgm:t>
        <a:bodyPr/>
        <a:lstStyle/>
        <a:p>
          <a:endParaRPr lang="pt-BR"/>
        </a:p>
      </dgm:t>
    </dgm:pt>
    <dgm:pt modelId="{1304BF90-9243-42A5-9993-923EE1348FC6}" type="pres">
      <dgm:prSet presAssocID="{C16FB10F-6B65-4A38-878B-5411DED15266}" presName="linear" presStyleCnt="0">
        <dgm:presLayoutVars>
          <dgm:dir/>
          <dgm:animLvl val="lvl"/>
          <dgm:resizeHandles val="exact"/>
        </dgm:presLayoutVars>
      </dgm:prSet>
      <dgm:spPr/>
    </dgm:pt>
    <dgm:pt modelId="{5E04FA54-DC73-4793-8830-7089D8B4C5B9}" type="pres">
      <dgm:prSet presAssocID="{7C043FA7-9516-4197-A086-4404D15D56AA}" presName="parentLin" presStyleCnt="0"/>
      <dgm:spPr/>
    </dgm:pt>
    <dgm:pt modelId="{F3730CFB-AFEE-467C-9F29-BEA7773077B1}" type="pres">
      <dgm:prSet presAssocID="{7C043FA7-9516-4197-A086-4404D15D56AA}" presName="parentLeftMargin" presStyleLbl="node1" presStyleIdx="0" presStyleCnt="3"/>
      <dgm:spPr/>
    </dgm:pt>
    <dgm:pt modelId="{BE30FEDA-A0EF-4615-8CB5-9B62E4AA242A}" type="pres">
      <dgm:prSet presAssocID="{7C043FA7-9516-4197-A086-4404D15D56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06A6E9-C20D-4D04-8D72-9F5DAA05D11E}" type="pres">
      <dgm:prSet presAssocID="{7C043FA7-9516-4197-A086-4404D15D56AA}" presName="negativeSpace" presStyleCnt="0"/>
      <dgm:spPr/>
    </dgm:pt>
    <dgm:pt modelId="{B9284C08-5CD6-48A3-9F12-2025B998BA58}" type="pres">
      <dgm:prSet presAssocID="{7C043FA7-9516-4197-A086-4404D15D56AA}" presName="childText" presStyleLbl="conFgAcc1" presStyleIdx="0" presStyleCnt="3">
        <dgm:presLayoutVars>
          <dgm:bulletEnabled val="1"/>
        </dgm:presLayoutVars>
      </dgm:prSet>
      <dgm:spPr/>
    </dgm:pt>
    <dgm:pt modelId="{A5759C7F-CF72-440C-985D-23D671E0C668}" type="pres">
      <dgm:prSet presAssocID="{D2642219-4F48-4B31-9354-E6EB47E5AAD6}" presName="spaceBetweenRectangles" presStyleCnt="0"/>
      <dgm:spPr/>
    </dgm:pt>
    <dgm:pt modelId="{87464F0F-84ED-492E-BA44-5CEFD22DA82E}" type="pres">
      <dgm:prSet presAssocID="{3A4A5F88-5853-4B4B-83B5-94911E30A9BB}" presName="parentLin" presStyleCnt="0"/>
      <dgm:spPr/>
    </dgm:pt>
    <dgm:pt modelId="{52F0B627-94D8-409A-9D2E-1ECFDD141F93}" type="pres">
      <dgm:prSet presAssocID="{3A4A5F88-5853-4B4B-83B5-94911E30A9BB}" presName="parentLeftMargin" presStyleLbl="node1" presStyleIdx="0" presStyleCnt="3"/>
      <dgm:spPr/>
    </dgm:pt>
    <dgm:pt modelId="{28212E8C-C2B1-4759-9F2E-F429094EF8D2}" type="pres">
      <dgm:prSet presAssocID="{3A4A5F88-5853-4B4B-83B5-94911E30A9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1F0B0EF-2DA8-489F-A0F4-4C0F362AD99C}" type="pres">
      <dgm:prSet presAssocID="{3A4A5F88-5853-4B4B-83B5-94911E30A9BB}" presName="negativeSpace" presStyleCnt="0"/>
      <dgm:spPr/>
    </dgm:pt>
    <dgm:pt modelId="{4255B5E2-8DA8-4DE9-9E9A-8A0324E8725D}" type="pres">
      <dgm:prSet presAssocID="{3A4A5F88-5853-4B4B-83B5-94911E30A9BB}" presName="childText" presStyleLbl="conFgAcc1" presStyleIdx="1" presStyleCnt="3">
        <dgm:presLayoutVars>
          <dgm:bulletEnabled val="1"/>
        </dgm:presLayoutVars>
      </dgm:prSet>
      <dgm:spPr/>
    </dgm:pt>
    <dgm:pt modelId="{175F862F-80FA-4C62-9C28-3CBD08E97C2B}" type="pres">
      <dgm:prSet presAssocID="{789F9C36-FF7E-4218-A1B8-4CE94CD65016}" presName="spaceBetweenRectangles" presStyleCnt="0"/>
      <dgm:spPr/>
    </dgm:pt>
    <dgm:pt modelId="{EFC8B037-A3E6-4BE2-B0BF-9FCEEF45E9F7}" type="pres">
      <dgm:prSet presAssocID="{463F12CD-B3C7-4E2F-BF93-1AE0105AB004}" presName="parentLin" presStyleCnt="0"/>
      <dgm:spPr/>
    </dgm:pt>
    <dgm:pt modelId="{5920E681-51E2-4BC4-AE35-4405104A2C72}" type="pres">
      <dgm:prSet presAssocID="{463F12CD-B3C7-4E2F-BF93-1AE0105AB004}" presName="parentLeftMargin" presStyleLbl="node1" presStyleIdx="1" presStyleCnt="3"/>
      <dgm:spPr/>
    </dgm:pt>
    <dgm:pt modelId="{21CFED8C-C118-4EC2-9B16-8530A27146DF}" type="pres">
      <dgm:prSet presAssocID="{463F12CD-B3C7-4E2F-BF93-1AE0105AB00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CE98013-3E0A-4216-A4D7-E3A18B1AACE9}" type="pres">
      <dgm:prSet presAssocID="{463F12CD-B3C7-4E2F-BF93-1AE0105AB004}" presName="negativeSpace" presStyleCnt="0"/>
      <dgm:spPr/>
    </dgm:pt>
    <dgm:pt modelId="{E31ED8C5-5EA2-4DE7-8271-363293662652}" type="pres">
      <dgm:prSet presAssocID="{463F12CD-B3C7-4E2F-BF93-1AE0105AB00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A93FF00-56B2-47AA-919F-177F0D17F211}" type="presOf" srcId="{7C043FA7-9516-4197-A086-4404D15D56AA}" destId="{BE30FEDA-A0EF-4615-8CB5-9B62E4AA242A}" srcOrd="1" destOrd="0" presId="urn:microsoft.com/office/officeart/2005/8/layout/list1"/>
    <dgm:cxn modelId="{EC124E02-BC7B-48DD-82DA-1368291F934E}" type="presOf" srcId="{C16FB10F-6B65-4A38-878B-5411DED15266}" destId="{1304BF90-9243-42A5-9993-923EE1348FC6}" srcOrd="0" destOrd="0" presId="urn:microsoft.com/office/officeart/2005/8/layout/list1"/>
    <dgm:cxn modelId="{8175571A-7CD3-49DB-9B60-D1C61A47380D}" type="presOf" srcId="{C0FB477A-84EE-4694-A0A8-3D26328C8C63}" destId="{4255B5E2-8DA8-4DE9-9E9A-8A0324E8725D}" srcOrd="0" destOrd="0" presId="urn:microsoft.com/office/officeart/2005/8/layout/list1"/>
    <dgm:cxn modelId="{85A9B32E-C0D0-4EA7-9A10-1C2C260939FD}" type="presOf" srcId="{3A4A5F88-5853-4B4B-83B5-94911E30A9BB}" destId="{28212E8C-C2B1-4759-9F2E-F429094EF8D2}" srcOrd="1" destOrd="0" presId="urn:microsoft.com/office/officeart/2005/8/layout/list1"/>
    <dgm:cxn modelId="{F0655F38-A2CE-4663-A501-5B2518497134}" type="presOf" srcId="{3A4A5F88-5853-4B4B-83B5-94911E30A9BB}" destId="{52F0B627-94D8-409A-9D2E-1ECFDD141F93}" srcOrd="0" destOrd="0" presId="urn:microsoft.com/office/officeart/2005/8/layout/list1"/>
    <dgm:cxn modelId="{D9FDE03C-6323-40E2-A91D-4DBAFF74C626}" type="presOf" srcId="{A3EDCB65-43BE-4DDB-8AD8-1DBD62D833ED}" destId="{B9284C08-5CD6-48A3-9F12-2025B998BA58}" srcOrd="0" destOrd="0" presId="urn:microsoft.com/office/officeart/2005/8/layout/list1"/>
    <dgm:cxn modelId="{8E8B2046-EA98-4BAD-8A38-1DE2A8465B1F}" srcId="{463F12CD-B3C7-4E2F-BF93-1AE0105AB004}" destId="{5A820877-DD7C-423C-B0DE-7A78B366D798}" srcOrd="0" destOrd="0" parTransId="{9679B9EE-4AD3-44E9-9B20-935617C1495F}" sibTransId="{0A2202D0-E930-47F1-8FC2-1C30E49BD417}"/>
    <dgm:cxn modelId="{7C383880-9ED2-4C0C-B4BB-D89318C6117D}" srcId="{C16FB10F-6B65-4A38-878B-5411DED15266}" destId="{463F12CD-B3C7-4E2F-BF93-1AE0105AB004}" srcOrd="2" destOrd="0" parTransId="{3FF42C60-CD04-41BA-B2A3-E973DEEF5C39}" sibTransId="{CD445FD2-6F5C-4DCD-B864-D459C8850154}"/>
    <dgm:cxn modelId="{6858088A-345C-4379-8129-4217EF007CE0}" type="presOf" srcId="{7C043FA7-9516-4197-A086-4404D15D56AA}" destId="{F3730CFB-AFEE-467C-9F29-BEA7773077B1}" srcOrd="0" destOrd="0" presId="urn:microsoft.com/office/officeart/2005/8/layout/list1"/>
    <dgm:cxn modelId="{A5BF508B-A544-4578-A217-7F75BC7D81B2}" srcId="{C16FB10F-6B65-4A38-878B-5411DED15266}" destId="{3A4A5F88-5853-4B4B-83B5-94911E30A9BB}" srcOrd="1" destOrd="0" parTransId="{F5E672C8-5D32-4CFF-BFA3-0A0BE1FC470F}" sibTransId="{789F9C36-FF7E-4218-A1B8-4CE94CD65016}"/>
    <dgm:cxn modelId="{93D1608D-A301-4FF9-B8A2-F1B17BFDA76F}" srcId="{3A4A5F88-5853-4B4B-83B5-94911E30A9BB}" destId="{C0FB477A-84EE-4694-A0A8-3D26328C8C63}" srcOrd="0" destOrd="0" parTransId="{01652784-9EBF-4599-A1CF-1BCE16A18126}" sibTransId="{C424897F-4022-4418-9984-457CC7E859F3}"/>
    <dgm:cxn modelId="{970157BC-36F2-4129-9289-DD373EFD9BE7}" srcId="{C16FB10F-6B65-4A38-878B-5411DED15266}" destId="{7C043FA7-9516-4197-A086-4404D15D56AA}" srcOrd="0" destOrd="0" parTransId="{4DED873B-3BE9-4BAD-AA9B-2BCE00C35E87}" sibTransId="{D2642219-4F48-4B31-9354-E6EB47E5AAD6}"/>
    <dgm:cxn modelId="{5F965BBF-A940-4DD4-B0CA-4FE9DB028FC9}" type="presOf" srcId="{5A820877-DD7C-423C-B0DE-7A78B366D798}" destId="{E31ED8C5-5EA2-4DE7-8271-363293662652}" srcOrd="0" destOrd="0" presId="urn:microsoft.com/office/officeart/2005/8/layout/list1"/>
    <dgm:cxn modelId="{75516AC6-A0AC-4906-9D0F-C3A017B978F5}" srcId="{7C043FA7-9516-4197-A086-4404D15D56AA}" destId="{A3EDCB65-43BE-4DDB-8AD8-1DBD62D833ED}" srcOrd="0" destOrd="0" parTransId="{BB840903-D5E5-49CD-8A81-0E8BF069CB46}" sibTransId="{D272880C-BDEA-49D6-8222-C435575396C0}"/>
    <dgm:cxn modelId="{17F5D6DF-C8D1-440E-A991-6172381C62B5}" type="presOf" srcId="{463F12CD-B3C7-4E2F-BF93-1AE0105AB004}" destId="{21CFED8C-C118-4EC2-9B16-8530A27146DF}" srcOrd="1" destOrd="0" presId="urn:microsoft.com/office/officeart/2005/8/layout/list1"/>
    <dgm:cxn modelId="{CAD0C0EC-3963-4DC0-BF87-F2396EBF9D89}" type="presOf" srcId="{463F12CD-B3C7-4E2F-BF93-1AE0105AB004}" destId="{5920E681-51E2-4BC4-AE35-4405104A2C72}" srcOrd="0" destOrd="0" presId="urn:microsoft.com/office/officeart/2005/8/layout/list1"/>
    <dgm:cxn modelId="{52A2288F-1604-4C08-928E-552F5C3C8CCB}" type="presParOf" srcId="{1304BF90-9243-42A5-9993-923EE1348FC6}" destId="{5E04FA54-DC73-4793-8830-7089D8B4C5B9}" srcOrd="0" destOrd="0" presId="urn:microsoft.com/office/officeart/2005/8/layout/list1"/>
    <dgm:cxn modelId="{6A36A5C6-A68A-4830-994C-1072DF2B2A77}" type="presParOf" srcId="{5E04FA54-DC73-4793-8830-7089D8B4C5B9}" destId="{F3730CFB-AFEE-467C-9F29-BEA7773077B1}" srcOrd="0" destOrd="0" presId="urn:microsoft.com/office/officeart/2005/8/layout/list1"/>
    <dgm:cxn modelId="{F9F0B45D-ED44-4A22-8338-DA85C1E66DF2}" type="presParOf" srcId="{5E04FA54-DC73-4793-8830-7089D8B4C5B9}" destId="{BE30FEDA-A0EF-4615-8CB5-9B62E4AA242A}" srcOrd="1" destOrd="0" presId="urn:microsoft.com/office/officeart/2005/8/layout/list1"/>
    <dgm:cxn modelId="{2D264EEF-307B-48CE-ABD3-15A344253E9A}" type="presParOf" srcId="{1304BF90-9243-42A5-9993-923EE1348FC6}" destId="{0306A6E9-C20D-4D04-8D72-9F5DAA05D11E}" srcOrd="1" destOrd="0" presId="urn:microsoft.com/office/officeart/2005/8/layout/list1"/>
    <dgm:cxn modelId="{75377373-A5DC-4BF7-A2C0-28A40FE9E681}" type="presParOf" srcId="{1304BF90-9243-42A5-9993-923EE1348FC6}" destId="{B9284C08-5CD6-48A3-9F12-2025B998BA58}" srcOrd="2" destOrd="0" presId="urn:microsoft.com/office/officeart/2005/8/layout/list1"/>
    <dgm:cxn modelId="{65BFFD1C-5B84-466E-94F5-F5BCFE716A64}" type="presParOf" srcId="{1304BF90-9243-42A5-9993-923EE1348FC6}" destId="{A5759C7F-CF72-440C-985D-23D671E0C668}" srcOrd="3" destOrd="0" presId="urn:microsoft.com/office/officeart/2005/8/layout/list1"/>
    <dgm:cxn modelId="{7D932563-D45E-470D-A97A-696C0247622A}" type="presParOf" srcId="{1304BF90-9243-42A5-9993-923EE1348FC6}" destId="{87464F0F-84ED-492E-BA44-5CEFD22DA82E}" srcOrd="4" destOrd="0" presId="urn:microsoft.com/office/officeart/2005/8/layout/list1"/>
    <dgm:cxn modelId="{1E5429DE-C52B-4824-9E24-C3DF0E6A284C}" type="presParOf" srcId="{87464F0F-84ED-492E-BA44-5CEFD22DA82E}" destId="{52F0B627-94D8-409A-9D2E-1ECFDD141F93}" srcOrd="0" destOrd="0" presId="urn:microsoft.com/office/officeart/2005/8/layout/list1"/>
    <dgm:cxn modelId="{560F9350-D688-467D-8B05-784F09957F20}" type="presParOf" srcId="{87464F0F-84ED-492E-BA44-5CEFD22DA82E}" destId="{28212E8C-C2B1-4759-9F2E-F429094EF8D2}" srcOrd="1" destOrd="0" presId="urn:microsoft.com/office/officeart/2005/8/layout/list1"/>
    <dgm:cxn modelId="{DF6D3085-6D47-48F9-B3B0-58C67BFDA8AE}" type="presParOf" srcId="{1304BF90-9243-42A5-9993-923EE1348FC6}" destId="{81F0B0EF-2DA8-489F-A0F4-4C0F362AD99C}" srcOrd="5" destOrd="0" presId="urn:microsoft.com/office/officeart/2005/8/layout/list1"/>
    <dgm:cxn modelId="{54688102-01F2-49FB-A3E2-E7985A22C6C4}" type="presParOf" srcId="{1304BF90-9243-42A5-9993-923EE1348FC6}" destId="{4255B5E2-8DA8-4DE9-9E9A-8A0324E8725D}" srcOrd="6" destOrd="0" presId="urn:microsoft.com/office/officeart/2005/8/layout/list1"/>
    <dgm:cxn modelId="{EC33369B-D04B-407D-8703-959A8F0B4B9D}" type="presParOf" srcId="{1304BF90-9243-42A5-9993-923EE1348FC6}" destId="{175F862F-80FA-4C62-9C28-3CBD08E97C2B}" srcOrd="7" destOrd="0" presId="urn:microsoft.com/office/officeart/2005/8/layout/list1"/>
    <dgm:cxn modelId="{6C09E21E-5EBD-43BC-BD9C-815C9ABC28BC}" type="presParOf" srcId="{1304BF90-9243-42A5-9993-923EE1348FC6}" destId="{EFC8B037-A3E6-4BE2-B0BF-9FCEEF45E9F7}" srcOrd="8" destOrd="0" presId="urn:microsoft.com/office/officeart/2005/8/layout/list1"/>
    <dgm:cxn modelId="{A05B42F6-1635-4155-B89D-273ACF646F91}" type="presParOf" srcId="{EFC8B037-A3E6-4BE2-B0BF-9FCEEF45E9F7}" destId="{5920E681-51E2-4BC4-AE35-4405104A2C72}" srcOrd="0" destOrd="0" presId="urn:microsoft.com/office/officeart/2005/8/layout/list1"/>
    <dgm:cxn modelId="{8EB7D169-1A1B-4333-8914-6CB7A27CCD19}" type="presParOf" srcId="{EFC8B037-A3E6-4BE2-B0BF-9FCEEF45E9F7}" destId="{21CFED8C-C118-4EC2-9B16-8530A27146DF}" srcOrd="1" destOrd="0" presId="urn:microsoft.com/office/officeart/2005/8/layout/list1"/>
    <dgm:cxn modelId="{25651F61-8AD0-4BB2-A3AA-824881AFD0AC}" type="presParOf" srcId="{1304BF90-9243-42A5-9993-923EE1348FC6}" destId="{1CE98013-3E0A-4216-A4D7-E3A18B1AACE9}" srcOrd="9" destOrd="0" presId="urn:microsoft.com/office/officeart/2005/8/layout/list1"/>
    <dgm:cxn modelId="{FFADC6D6-D962-4BD2-A46A-899B3CF0E304}" type="presParOf" srcId="{1304BF90-9243-42A5-9993-923EE1348FC6}" destId="{E31ED8C5-5EA2-4DE7-8271-36329366265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5C0547-B1F9-4F7F-BD27-F89A1E21AF5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F99633C-C5D6-4B21-9A58-B7BD39CE3CEE}">
      <dgm:prSet phldrT="[Texto]"/>
      <dgm:spPr/>
      <dgm:t>
        <a:bodyPr/>
        <a:lstStyle/>
        <a:p>
          <a:r>
            <a:rPr lang="pt-BR" dirty="0"/>
            <a:t>5Mhz</a:t>
          </a:r>
        </a:p>
      </dgm:t>
    </dgm:pt>
    <dgm:pt modelId="{F8541EB8-F918-4A8B-9784-9D1D02CF0277}" type="parTrans" cxnId="{1C83CD59-6000-4D90-821C-CB91C3E94ED2}">
      <dgm:prSet/>
      <dgm:spPr/>
      <dgm:t>
        <a:bodyPr/>
        <a:lstStyle/>
        <a:p>
          <a:endParaRPr lang="pt-BR"/>
        </a:p>
      </dgm:t>
    </dgm:pt>
    <dgm:pt modelId="{EF31B2EC-5EAD-4FC0-9AD8-00E6D1478E5E}" type="sibTrans" cxnId="{1C83CD59-6000-4D90-821C-CB91C3E94ED2}">
      <dgm:prSet/>
      <dgm:spPr/>
      <dgm:t>
        <a:bodyPr/>
        <a:lstStyle/>
        <a:p>
          <a:endParaRPr lang="pt-BR"/>
        </a:p>
      </dgm:t>
    </dgm:pt>
    <dgm:pt modelId="{FAFF2B19-0812-40CE-9A2B-C818DBEF99C0}">
      <dgm:prSet phldrT="[Texto]"/>
      <dgm:spPr/>
      <dgm:t>
        <a:bodyPr/>
        <a:lstStyle/>
        <a:p>
          <a:r>
            <a:rPr lang="pt-BR" dirty="0"/>
            <a:t>3Mhz</a:t>
          </a:r>
        </a:p>
      </dgm:t>
    </dgm:pt>
    <dgm:pt modelId="{75A8030E-8EC6-4A15-88B9-872F1BD84414}" type="parTrans" cxnId="{571FA524-52C0-4BC6-8E07-FE0E5ECFFED0}">
      <dgm:prSet/>
      <dgm:spPr/>
      <dgm:t>
        <a:bodyPr/>
        <a:lstStyle/>
        <a:p>
          <a:endParaRPr lang="pt-BR"/>
        </a:p>
      </dgm:t>
    </dgm:pt>
    <dgm:pt modelId="{C642E553-ACAA-4BA5-88AF-4740F1C99A7D}" type="sibTrans" cxnId="{571FA524-52C0-4BC6-8E07-FE0E5ECFFED0}">
      <dgm:prSet/>
      <dgm:spPr/>
      <dgm:t>
        <a:bodyPr/>
        <a:lstStyle/>
        <a:p>
          <a:endParaRPr lang="pt-BR"/>
        </a:p>
      </dgm:t>
    </dgm:pt>
    <dgm:pt modelId="{8E45082F-FFD5-42F1-9D50-6617F3E7E0CE}">
      <dgm:prSet phldrT="[Texto]"/>
      <dgm:spPr/>
      <dgm:t>
        <a:bodyPr/>
        <a:lstStyle/>
        <a:p>
          <a:r>
            <a:rPr lang="pt-BR" dirty="0"/>
            <a:t>1 Mhz</a:t>
          </a:r>
        </a:p>
      </dgm:t>
    </dgm:pt>
    <dgm:pt modelId="{816132B1-00A8-4A43-8B5C-0EB1C87200F8}" type="parTrans" cxnId="{AFDD8D2C-FDAC-4CCC-9838-1547BA162F7B}">
      <dgm:prSet/>
      <dgm:spPr/>
      <dgm:t>
        <a:bodyPr/>
        <a:lstStyle/>
        <a:p>
          <a:endParaRPr lang="pt-BR"/>
        </a:p>
      </dgm:t>
    </dgm:pt>
    <dgm:pt modelId="{C82D4A6E-84BD-4F20-B0A4-8DB6037C7969}" type="sibTrans" cxnId="{AFDD8D2C-FDAC-4CCC-9838-1547BA162F7B}">
      <dgm:prSet/>
      <dgm:spPr/>
      <dgm:t>
        <a:bodyPr/>
        <a:lstStyle/>
        <a:p>
          <a:endParaRPr lang="pt-BR"/>
        </a:p>
      </dgm:t>
    </dgm:pt>
    <dgm:pt modelId="{F44AC235-E6C0-4C2B-85DB-3A16C53CED95}">
      <dgm:prSet phldrT="[Texto]"/>
      <dgm:spPr/>
      <dgm:t>
        <a:bodyPr/>
        <a:lstStyle/>
        <a:p>
          <a:r>
            <a:rPr lang="pt-BR" dirty="0"/>
            <a:t>650Khz</a:t>
          </a:r>
        </a:p>
      </dgm:t>
    </dgm:pt>
    <dgm:pt modelId="{6065B736-C815-455D-90FE-35C058537BE0}" type="parTrans" cxnId="{9885E774-4670-4388-B124-0F2CAB820946}">
      <dgm:prSet/>
      <dgm:spPr/>
      <dgm:t>
        <a:bodyPr/>
        <a:lstStyle/>
        <a:p>
          <a:endParaRPr lang="pt-BR"/>
        </a:p>
      </dgm:t>
    </dgm:pt>
    <dgm:pt modelId="{B620E202-9D76-4EC5-B0BF-663B0393D068}" type="sibTrans" cxnId="{9885E774-4670-4388-B124-0F2CAB820946}">
      <dgm:prSet/>
      <dgm:spPr/>
      <dgm:t>
        <a:bodyPr/>
        <a:lstStyle/>
        <a:p>
          <a:endParaRPr lang="pt-BR"/>
        </a:p>
      </dgm:t>
    </dgm:pt>
    <dgm:pt modelId="{F7440FF4-CDE0-4A91-9EAA-46BA28BF61CF}">
      <dgm:prSet phldrT="[Texto]"/>
      <dgm:spPr/>
      <dgm:t>
        <a:bodyPr/>
        <a:lstStyle/>
        <a:p>
          <a:r>
            <a:rPr lang="pt-BR" dirty="0"/>
            <a:t>40Khz</a:t>
          </a:r>
        </a:p>
      </dgm:t>
    </dgm:pt>
    <dgm:pt modelId="{2F2B5934-4BB7-4FDC-88A8-07A10EA9E485}" type="parTrans" cxnId="{5DBA6629-7243-49CF-AA65-F55DD0287716}">
      <dgm:prSet/>
      <dgm:spPr/>
      <dgm:t>
        <a:bodyPr/>
        <a:lstStyle/>
        <a:p>
          <a:endParaRPr lang="pt-BR"/>
        </a:p>
      </dgm:t>
    </dgm:pt>
    <dgm:pt modelId="{28B8E377-BC29-40EB-A123-35D82085ED0F}" type="sibTrans" cxnId="{5DBA6629-7243-49CF-AA65-F55DD0287716}">
      <dgm:prSet/>
      <dgm:spPr/>
      <dgm:t>
        <a:bodyPr/>
        <a:lstStyle/>
        <a:p>
          <a:endParaRPr lang="pt-BR"/>
        </a:p>
      </dgm:t>
    </dgm:pt>
    <dgm:pt modelId="{43FF3D03-4C56-4093-8D05-C4DCEBCE6541}">
      <dgm:prSet/>
      <dgm:spPr/>
      <dgm:t>
        <a:bodyPr/>
        <a:lstStyle/>
        <a:p>
          <a:r>
            <a:rPr lang="pt-BR" dirty="0"/>
            <a:t>80Khz</a:t>
          </a:r>
        </a:p>
      </dgm:t>
    </dgm:pt>
    <dgm:pt modelId="{7C631DB9-2B76-4B39-8FDD-72F04B772038}" type="parTrans" cxnId="{81DF4E4C-5DA4-440F-BB8B-6221449D9D96}">
      <dgm:prSet/>
      <dgm:spPr/>
      <dgm:t>
        <a:bodyPr/>
        <a:lstStyle/>
        <a:p>
          <a:endParaRPr lang="pt-BR"/>
        </a:p>
      </dgm:t>
    </dgm:pt>
    <dgm:pt modelId="{3CB9205B-DF59-4C7D-BE73-47ADF162A3D2}" type="sibTrans" cxnId="{81DF4E4C-5DA4-440F-BB8B-6221449D9D96}">
      <dgm:prSet/>
      <dgm:spPr/>
      <dgm:t>
        <a:bodyPr/>
        <a:lstStyle/>
        <a:p>
          <a:endParaRPr lang="pt-BR"/>
        </a:p>
      </dgm:t>
    </dgm:pt>
    <dgm:pt modelId="{997A2A14-FAAD-4E44-940A-94D1B2BC3C25}" type="pres">
      <dgm:prSet presAssocID="{EA5C0547-B1F9-4F7F-BD27-F89A1E21AF56}" presName="diagram" presStyleCnt="0">
        <dgm:presLayoutVars>
          <dgm:dir/>
          <dgm:resizeHandles val="exact"/>
        </dgm:presLayoutVars>
      </dgm:prSet>
      <dgm:spPr/>
    </dgm:pt>
    <dgm:pt modelId="{3FB029D6-E983-474D-85E4-FB83154208A4}" type="pres">
      <dgm:prSet presAssocID="{CF99633C-C5D6-4B21-9A58-B7BD39CE3CEE}" presName="node" presStyleLbl="node1" presStyleIdx="0" presStyleCnt="6">
        <dgm:presLayoutVars>
          <dgm:bulletEnabled val="1"/>
        </dgm:presLayoutVars>
      </dgm:prSet>
      <dgm:spPr/>
    </dgm:pt>
    <dgm:pt modelId="{7C046E23-AD13-4199-8665-0AA13ED58AC2}" type="pres">
      <dgm:prSet presAssocID="{EF31B2EC-5EAD-4FC0-9AD8-00E6D1478E5E}" presName="sibTrans" presStyleCnt="0"/>
      <dgm:spPr/>
    </dgm:pt>
    <dgm:pt modelId="{328080A6-3959-468D-85B4-CD932E1A30BE}" type="pres">
      <dgm:prSet presAssocID="{FAFF2B19-0812-40CE-9A2B-C818DBEF99C0}" presName="node" presStyleLbl="node1" presStyleIdx="1" presStyleCnt="6">
        <dgm:presLayoutVars>
          <dgm:bulletEnabled val="1"/>
        </dgm:presLayoutVars>
      </dgm:prSet>
      <dgm:spPr/>
    </dgm:pt>
    <dgm:pt modelId="{563150E5-4F12-4625-9A38-C56BCFE8EF0E}" type="pres">
      <dgm:prSet presAssocID="{C642E553-ACAA-4BA5-88AF-4740F1C99A7D}" presName="sibTrans" presStyleCnt="0"/>
      <dgm:spPr/>
    </dgm:pt>
    <dgm:pt modelId="{1A6890AC-68F7-4DE1-AEBF-B006A4BFDAD5}" type="pres">
      <dgm:prSet presAssocID="{8E45082F-FFD5-42F1-9D50-6617F3E7E0CE}" presName="node" presStyleLbl="node1" presStyleIdx="2" presStyleCnt="6">
        <dgm:presLayoutVars>
          <dgm:bulletEnabled val="1"/>
        </dgm:presLayoutVars>
      </dgm:prSet>
      <dgm:spPr/>
    </dgm:pt>
    <dgm:pt modelId="{F5E45DC8-F9A3-47E3-9C77-90FE20A32246}" type="pres">
      <dgm:prSet presAssocID="{C82D4A6E-84BD-4F20-B0A4-8DB6037C7969}" presName="sibTrans" presStyleCnt="0"/>
      <dgm:spPr/>
    </dgm:pt>
    <dgm:pt modelId="{27F2F68A-0E7D-4840-9FF3-795E2EA8CF71}" type="pres">
      <dgm:prSet presAssocID="{F44AC235-E6C0-4C2B-85DB-3A16C53CED95}" presName="node" presStyleLbl="node1" presStyleIdx="3" presStyleCnt="6">
        <dgm:presLayoutVars>
          <dgm:bulletEnabled val="1"/>
        </dgm:presLayoutVars>
      </dgm:prSet>
      <dgm:spPr/>
    </dgm:pt>
    <dgm:pt modelId="{D5E57638-DA48-4151-B026-D642A6703F62}" type="pres">
      <dgm:prSet presAssocID="{B620E202-9D76-4EC5-B0BF-663B0393D068}" presName="sibTrans" presStyleCnt="0"/>
      <dgm:spPr/>
    </dgm:pt>
    <dgm:pt modelId="{32FEC231-D2AF-4E55-BEDA-25345CF98692}" type="pres">
      <dgm:prSet presAssocID="{43FF3D03-4C56-4093-8D05-C4DCEBCE6541}" presName="node" presStyleLbl="node1" presStyleIdx="4" presStyleCnt="6">
        <dgm:presLayoutVars>
          <dgm:bulletEnabled val="1"/>
        </dgm:presLayoutVars>
      </dgm:prSet>
      <dgm:spPr/>
    </dgm:pt>
    <dgm:pt modelId="{0DCA9589-93BD-4ED9-80AA-32E1905DE30A}" type="pres">
      <dgm:prSet presAssocID="{3CB9205B-DF59-4C7D-BE73-47ADF162A3D2}" presName="sibTrans" presStyleCnt="0"/>
      <dgm:spPr/>
    </dgm:pt>
    <dgm:pt modelId="{31F9993E-7419-4282-85EF-810BB3635046}" type="pres">
      <dgm:prSet presAssocID="{F7440FF4-CDE0-4A91-9EAA-46BA28BF61CF}" presName="node" presStyleLbl="node1" presStyleIdx="5" presStyleCnt="6">
        <dgm:presLayoutVars>
          <dgm:bulletEnabled val="1"/>
        </dgm:presLayoutVars>
      </dgm:prSet>
      <dgm:spPr/>
    </dgm:pt>
  </dgm:ptLst>
  <dgm:cxnLst>
    <dgm:cxn modelId="{571FA524-52C0-4BC6-8E07-FE0E5ECFFED0}" srcId="{EA5C0547-B1F9-4F7F-BD27-F89A1E21AF56}" destId="{FAFF2B19-0812-40CE-9A2B-C818DBEF99C0}" srcOrd="1" destOrd="0" parTransId="{75A8030E-8EC6-4A15-88B9-872F1BD84414}" sibTransId="{C642E553-ACAA-4BA5-88AF-4740F1C99A7D}"/>
    <dgm:cxn modelId="{5DBA6629-7243-49CF-AA65-F55DD0287716}" srcId="{EA5C0547-B1F9-4F7F-BD27-F89A1E21AF56}" destId="{F7440FF4-CDE0-4A91-9EAA-46BA28BF61CF}" srcOrd="5" destOrd="0" parTransId="{2F2B5934-4BB7-4FDC-88A8-07A10EA9E485}" sibTransId="{28B8E377-BC29-40EB-A123-35D82085ED0F}"/>
    <dgm:cxn modelId="{AFDD8D2C-FDAC-4CCC-9838-1547BA162F7B}" srcId="{EA5C0547-B1F9-4F7F-BD27-F89A1E21AF56}" destId="{8E45082F-FFD5-42F1-9D50-6617F3E7E0CE}" srcOrd="2" destOrd="0" parTransId="{816132B1-00A8-4A43-8B5C-0EB1C87200F8}" sibTransId="{C82D4A6E-84BD-4F20-B0A4-8DB6037C7969}"/>
    <dgm:cxn modelId="{8E9C0C2F-8598-467B-BA43-981E8478B14C}" type="presOf" srcId="{EA5C0547-B1F9-4F7F-BD27-F89A1E21AF56}" destId="{997A2A14-FAAD-4E44-940A-94D1B2BC3C25}" srcOrd="0" destOrd="0" presId="urn:microsoft.com/office/officeart/2005/8/layout/default"/>
    <dgm:cxn modelId="{DADF4169-972C-4735-91DC-E753D2FBDCB0}" type="presOf" srcId="{CF99633C-C5D6-4B21-9A58-B7BD39CE3CEE}" destId="{3FB029D6-E983-474D-85E4-FB83154208A4}" srcOrd="0" destOrd="0" presId="urn:microsoft.com/office/officeart/2005/8/layout/default"/>
    <dgm:cxn modelId="{81DF4E4C-5DA4-440F-BB8B-6221449D9D96}" srcId="{EA5C0547-B1F9-4F7F-BD27-F89A1E21AF56}" destId="{43FF3D03-4C56-4093-8D05-C4DCEBCE6541}" srcOrd="4" destOrd="0" parTransId="{7C631DB9-2B76-4B39-8FDD-72F04B772038}" sibTransId="{3CB9205B-DF59-4C7D-BE73-47ADF162A3D2}"/>
    <dgm:cxn modelId="{2039814C-AD38-4A4E-A408-E63ADDE5082D}" type="presOf" srcId="{FAFF2B19-0812-40CE-9A2B-C818DBEF99C0}" destId="{328080A6-3959-468D-85B4-CD932E1A30BE}" srcOrd="0" destOrd="0" presId="urn:microsoft.com/office/officeart/2005/8/layout/default"/>
    <dgm:cxn modelId="{9885E774-4670-4388-B124-0F2CAB820946}" srcId="{EA5C0547-B1F9-4F7F-BD27-F89A1E21AF56}" destId="{F44AC235-E6C0-4C2B-85DB-3A16C53CED95}" srcOrd="3" destOrd="0" parTransId="{6065B736-C815-455D-90FE-35C058537BE0}" sibTransId="{B620E202-9D76-4EC5-B0BF-663B0393D068}"/>
    <dgm:cxn modelId="{1C83CD59-6000-4D90-821C-CB91C3E94ED2}" srcId="{EA5C0547-B1F9-4F7F-BD27-F89A1E21AF56}" destId="{CF99633C-C5D6-4B21-9A58-B7BD39CE3CEE}" srcOrd="0" destOrd="0" parTransId="{F8541EB8-F918-4A8B-9784-9D1D02CF0277}" sibTransId="{EF31B2EC-5EAD-4FC0-9AD8-00E6D1478E5E}"/>
    <dgm:cxn modelId="{8C7E7585-4862-4EAE-8A40-8D74AC145A4D}" type="presOf" srcId="{F7440FF4-CDE0-4A91-9EAA-46BA28BF61CF}" destId="{31F9993E-7419-4282-85EF-810BB3635046}" srcOrd="0" destOrd="0" presId="urn:microsoft.com/office/officeart/2005/8/layout/default"/>
    <dgm:cxn modelId="{9EA3A599-81B3-40A2-8571-1C596372759A}" type="presOf" srcId="{8E45082F-FFD5-42F1-9D50-6617F3E7E0CE}" destId="{1A6890AC-68F7-4DE1-AEBF-B006A4BFDAD5}" srcOrd="0" destOrd="0" presId="urn:microsoft.com/office/officeart/2005/8/layout/default"/>
    <dgm:cxn modelId="{426249C2-413A-479D-87A9-3C6E927A5F0B}" type="presOf" srcId="{43FF3D03-4C56-4093-8D05-C4DCEBCE6541}" destId="{32FEC231-D2AF-4E55-BEDA-25345CF98692}" srcOrd="0" destOrd="0" presId="urn:microsoft.com/office/officeart/2005/8/layout/default"/>
    <dgm:cxn modelId="{5EDAEED0-E11C-411C-9D57-5250786DB8FE}" type="presOf" srcId="{F44AC235-E6C0-4C2B-85DB-3A16C53CED95}" destId="{27F2F68A-0E7D-4840-9FF3-795E2EA8CF71}" srcOrd="0" destOrd="0" presId="urn:microsoft.com/office/officeart/2005/8/layout/default"/>
    <dgm:cxn modelId="{2E72A4A6-67A9-4839-B858-A1CD050DD45B}" type="presParOf" srcId="{997A2A14-FAAD-4E44-940A-94D1B2BC3C25}" destId="{3FB029D6-E983-474D-85E4-FB83154208A4}" srcOrd="0" destOrd="0" presId="urn:microsoft.com/office/officeart/2005/8/layout/default"/>
    <dgm:cxn modelId="{E9F712EE-0FBB-482D-8EBF-DA18C150C177}" type="presParOf" srcId="{997A2A14-FAAD-4E44-940A-94D1B2BC3C25}" destId="{7C046E23-AD13-4199-8665-0AA13ED58AC2}" srcOrd="1" destOrd="0" presId="urn:microsoft.com/office/officeart/2005/8/layout/default"/>
    <dgm:cxn modelId="{D29A94D1-6D27-4585-B594-90E70996308A}" type="presParOf" srcId="{997A2A14-FAAD-4E44-940A-94D1B2BC3C25}" destId="{328080A6-3959-468D-85B4-CD932E1A30BE}" srcOrd="2" destOrd="0" presId="urn:microsoft.com/office/officeart/2005/8/layout/default"/>
    <dgm:cxn modelId="{EAAD6618-4BDF-4F4F-A7DE-49E1D6CE2F8B}" type="presParOf" srcId="{997A2A14-FAAD-4E44-940A-94D1B2BC3C25}" destId="{563150E5-4F12-4625-9A38-C56BCFE8EF0E}" srcOrd="3" destOrd="0" presId="urn:microsoft.com/office/officeart/2005/8/layout/default"/>
    <dgm:cxn modelId="{5820B74F-67D1-40C1-B1AA-A5F27D123AEC}" type="presParOf" srcId="{997A2A14-FAAD-4E44-940A-94D1B2BC3C25}" destId="{1A6890AC-68F7-4DE1-AEBF-B006A4BFDAD5}" srcOrd="4" destOrd="0" presId="urn:microsoft.com/office/officeart/2005/8/layout/default"/>
    <dgm:cxn modelId="{A2AD6196-83A7-4F61-ADEC-8DE06CEC5B62}" type="presParOf" srcId="{997A2A14-FAAD-4E44-940A-94D1B2BC3C25}" destId="{F5E45DC8-F9A3-47E3-9C77-90FE20A32246}" srcOrd="5" destOrd="0" presId="urn:microsoft.com/office/officeart/2005/8/layout/default"/>
    <dgm:cxn modelId="{71A38D58-D062-4F48-9CDD-F19366188074}" type="presParOf" srcId="{997A2A14-FAAD-4E44-940A-94D1B2BC3C25}" destId="{27F2F68A-0E7D-4840-9FF3-795E2EA8CF71}" srcOrd="6" destOrd="0" presId="urn:microsoft.com/office/officeart/2005/8/layout/default"/>
    <dgm:cxn modelId="{140C814B-3A4F-4362-9E80-AF4437E05212}" type="presParOf" srcId="{997A2A14-FAAD-4E44-940A-94D1B2BC3C25}" destId="{D5E57638-DA48-4151-B026-D642A6703F62}" srcOrd="7" destOrd="0" presId="urn:microsoft.com/office/officeart/2005/8/layout/default"/>
    <dgm:cxn modelId="{DEBF0017-A13D-4D44-B9EA-CE92E97466A4}" type="presParOf" srcId="{997A2A14-FAAD-4E44-940A-94D1B2BC3C25}" destId="{32FEC231-D2AF-4E55-BEDA-25345CF98692}" srcOrd="8" destOrd="0" presId="urn:microsoft.com/office/officeart/2005/8/layout/default"/>
    <dgm:cxn modelId="{14ED9317-08E3-4F4D-8C2A-84F852377FFD}" type="presParOf" srcId="{997A2A14-FAAD-4E44-940A-94D1B2BC3C25}" destId="{0DCA9589-93BD-4ED9-80AA-32E1905DE30A}" srcOrd="9" destOrd="0" presId="urn:microsoft.com/office/officeart/2005/8/layout/default"/>
    <dgm:cxn modelId="{7243A327-3748-4120-A007-F4F085A5AE33}" type="presParOf" srcId="{997A2A14-FAAD-4E44-940A-94D1B2BC3C25}" destId="{31F9993E-7419-4282-85EF-810BB363504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9CFCDA-F481-4C6F-BDAA-248EB50D1F1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3DCA921-A584-48D2-89BD-7128FD370DA7}">
      <dgm:prSet phldrT="[Texto]"/>
      <dgm:spPr/>
      <dgm:t>
        <a:bodyPr/>
        <a:lstStyle/>
        <a:p>
          <a:r>
            <a:rPr lang="pt-BR" dirty="0"/>
            <a:t>PULSADO</a:t>
          </a:r>
        </a:p>
      </dgm:t>
    </dgm:pt>
    <dgm:pt modelId="{B5F5E55D-F674-4CBF-A691-4902F9F83178}" type="parTrans" cxnId="{26024037-2063-4A9F-ACFC-839024D16D75}">
      <dgm:prSet/>
      <dgm:spPr/>
      <dgm:t>
        <a:bodyPr/>
        <a:lstStyle/>
        <a:p>
          <a:endParaRPr lang="pt-BR"/>
        </a:p>
      </dgm:t>
    </dgm:pt>
    <dgm:pt modelId="{90B0EEEF-7663-4870-BF80-7D42FA7E3A38}" type="sibTrans" cxnId="{26024037-2063-4A9F-ACFC-839024D16D75}">
      <dgm:prSet/>
      <dgm:spPr/>
      <dgm:t>
        <a:bodyPr/>
        <a:lstStyle/>
        <a:p>
          <a:endParaRPr lang="pt-BR"/>
        </a:p>
      </dgm:t>
    </dgm:pt>
    <dgm:pt modelId="{3FAD7322-22C5-4879-B81C-0E044C81F7DD}">
      <dgm:prSet phldrT="[Texto]"/>
      <dgm:spPr/>
      <dgm:t>
        <a:bodyPr/>
        <a:lstStyle/>
        <a:p>
          <a:r>
            <a:rPr lang="pt-BR" dirty="0"/>
            <a:t>CONTINUO</a:t>
          </a:r>
        </a:p>
      </dgm:t>
    </dgm:pt>
    <dgm:pt modelId="{E476347C-04A0-4908-A1D0-B22FBE76BB95}" type="parTrans" cxnId="{9AEA59B3-3CC9-46FA-BB61-4DE599383DC2}">
      <dgm:prSet/>
      <dgm:spPr/>
      <dgm:t>
        <a:bodyPr/>
        <a:lstStyle/>
        <a:p>
          <a:endParaRPr lang="pt-BR"/>
        </a:p>
      </dgm:t>
    </dgm:pt>
    <dgm:pt modelId="{C5602D5B-3D46-4648-A616-142489D36E05}" type="sibTrans" cxnId="{9AEA59B3-3CC9-46FA-BB61-4DE599383DC2}">
      <dgm:prSet/>
      <dgm:spPr/>
      <dgm:t>
        <a:bodyPr/>
        <a:lstStyle/>
        <a:p>
          <a:endParaRPr lang="pt-BR"/>
        </a:p>
      </dgm:t>
    </dgm:pt>
    <dgm:pt modelId="{A2797E89-7D07-41BA-B625-33E440358519}" type="pres">
      <dgm:prSet presAssocID="{579CFCDA-F481-4C6F-BDAA-248EB50D1F1A}" presName="diagram" presStyleCnt="0">
        <dgm:presLayoutVars>
          <dgm:dir/>
          <dgm:resizeHandles val="exact"/>
        </dgm:presLayoutVars>
      </dgm:prSet>
      <dgm:spPr/>
    </dgm:pt>
    <dgm:pt modelId="{37F0950D-3552-4377-B7DB-D0459AE28ABF}" type="pres">
      <dgm:prSet presAssocID="{53DCA921-A584-48D2-89BD-7128FD370DA7}" presName="node" presStyleLbl="node1" presStyleIdx="0" presStyleCnt="2">
        <dgm:presLayoutVars>
          <dgm:bulletEnabled val="1"/>
        </dgm:presLayoutVars>
      </dgm:prSet>
      <dgm:spPr/>
    </dgm:pt>
    <dgm:pt modelId="{093A7747-3590-4FA6-B485-2B44D32C4D3E}" type="pres">
      <dgm:prSet presAssocID="{90B0EEEF-7663-4870-BF80-7D42FA7E3A38}" presName="sibTrans" presStyleCnt="0"/>
      <dgm:spPr/>
    </dgm:pt>
    <dgm:pt modelId="{8CEC2619-96E5-42F0-A83E-667F203E83C8}" type="pres">
      <dgm:prSet presAssocID="{3FAD7322-22C5-4879-B81C-0E044C81F7DD}" presName="node" presStyleLbl="node1" presStyleIdx="1" presStyleCnt="2">
        <dgm:presLayoutVars>
          <dgm:bulletEnabled val="1"/>
        </dgm:presLayoutVars>
      </dgm:prSet>
      <dgm:spPr/>
    </dgm:pt>
  </dgm:ptLst>
  <dgm:cxnLst>
    <dgm:cxn modelId="{1A020F05-ED45-442C-B3D8-FC9424681D37}" type="presOf" srcId="{579CFCDA-F481-4C6F-BDAA-248EB50D1F1A}" destId="{A2797E89-7D07-41BA-B625-33E440358519}" srcOrd="0" destOrd="0" presId="urn:microsoft.com/office/officeart/2005/8/layout/default"/>
    <dgm:cxn modelId="{26024037-2063-4A9F-ACFC-839024D16D75}" srcId="{579CFCDA-F481-4C6F-BDAA-248EB50D1F1A}" destId="{53DCA921-A584-48D2-89BD-7128FD370DA7}" srcOrd="0" destOrd="0" parTransId="{B5F5E55D-F674-4CBF-A691-4902F9F83178}" sibTransId="{90B0EEEF-7663-4870-BF80-7D42FA7E3A38}"/>
    <dgm:cxn modelId="{C12BF148-4A86-4106-B319-84CD70F4F27F}" type="presOf" srcId="{3FAD7322-22C5-4879-B81C-0E044C81F7DD}" destId="{8CEC2619-96E5-42F0-A83E-667F203E83C8}" srcOrd="0" destOrd="0" presId="urn:microsoft.com/office/officeart/2005/8/layout/default"/>
    <dgm:cxn modelId="{9AEA59B3-3CC9-46FA-BB61-4DE599383DC2}" srcId="{579CFCDA-F481-4C6F-BDAA-248EB50D1F1A}" destId="{3FAD7322-22C5-4879-B81C-0E044C81F7DD}" srcOrd="1" destOrd="0" parTransId="{E476347C-04A0-4908-A1D0-B22FBE76BB95}" sibTransId="{C5602D5B-3D46-4648-A616-142489D36E05}"/>
    <dgm:cxn modelId="{8F2E75FE-AD3C-4776-BC52-AE0A43366EC7}" type="presOf" srcId="{53DCA921-A584-48D2-89BD-7128FD370DA7}" destId="{37F0950D-3552-4377-B7DB-D0459AE28ABF}" srcOrd="0" destOrd="0" presId="urn:microsoft.com/office/officeart/2005/8/layout/default"/>
    <dgm:cxn modelId="{3CEED461-C29C-4367-A0B4-7E3CE2FE463B}" type="presParOf" srcId="{A2797E89-7D07-41BA-B625-33E440358519}" destId="{37F0950D-3552-4377-B7DB-D0459AE28ABF}" srcOrd="0" destOrd="0" presId="urn:microsoft.com/office/officeart/2005/8/layout/default"/>
    <dgm:cxn modelId="{773AA793-054F-4190-A0B0-3D1BE42867F7}" type="presParOf" srcId="{A2797E89-7D07-41BA-B625-33E440358519}" destId="{093A7747-3590-4FA6-B485-2B44D32C4D3E}" srcOrd="1" destOrd="0" presId="urn:microsoft.com/office/officeart/2005/8/layout/default"/>
    <dgm:cxn modelId="{D7E4452E-5821-4FBF-AEA9-4723112B725A}" type="presParOf" srcId="{A2797E89-7D07-41BA-B625-33E440358519}" destId="{8CEC2619-96E5-42F0-A83E-667F203E83C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082420-28A7-4050-A796-DBB33D3D72D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4CB9339-BFB2-4700-83CF-2379BD513EEB}">
      <dgm:prSet phldrT="[Texto]"/>
      <dgm:spPr/>
      <dgm:t>
        <a:bodyPr/>
        <a:lstStyle/>
        <a:p>
          <a:r>
            <a:rPr lang="pt-BR" dirty="0"/>
            <a:t>DOSE BAIXA </a:t>
          </a:r>
        </a:p>
      </dgm:t>
    </dgm:pt>
    <dgm:pt modelId="{CDDB6067-80F0-4411-B048-ED4D181871A1}" type="parTrans" cxnId="{FD4435F8-9A2D-46CB-A95D-92EA1D1F45A5}">
      <dgm:prSet/>
      <dgm:spPr/>
      <dgm:t>
        <a:bodyPr/>
        <a:lstStyle/>
        <a:p>
          <a:endParaRPr lang="pt-BR"/>
        </a:p>
      </dgm:t>
    </dgm:pt>
    <dgm:pt modelId="{98BB450C-5694-46F9-8B16-D0BA84725B71}" type="sibTrans" cxnId="{FD4435F8-9A2D-46CB-A95D-92EA1D1F45A5}">
      <dgm:prSet/>
      <dgm:spPr/>
      <dgm:t>
        <a:bodyPr/>
        <a:lstStyle/>
        <a:p>
          <a:endParaRPr lang="pt-BR"/>
        </a:p>
      </dgm:t>
    </dgm:pt>
    <dgm:pt modelId="{125B942D-2FDE-40F4-9A73-32445DBF9F3E}">
      <dgm:prSet phldrT="[Texto]"/>
      <dgm:spPr/>
      <dgm:t>
        <a:bodyPr/>
        <a:lstStyle/>
        <a:p>
          <a:r>
            <a:rPr lang="pt-BR" dirty="0"/>
            <a:t>0,1 a 0,3 Wcm2</a:t>
          </a:r>
        </a:p>
      </dgm:t>
    </dgm:pt>
    <dgm:pt modelId="{86657EF4-D924-4807-BEC9-A8747858138A}" type="parTrans" cxnId="{7487BAB8-4B75-404A-B5C2-80A93EAC6AA9}">
      <dgm:prSet/>
      <dgm:spPr/>
      <dgm:t>
        <a:bodyPr/>
        <a:lstStyle/>
        <a:p>
          <a:endParaRPr lang="pt-BR"/>
        </a:p>
      </dgm:t>
    </dgm:pt>
    <dgm:pt modelId="{65FA6E1B-595B-44F2-AF9B-6327C9A7AF6B}" type="sibTrans" cxnId="{7487BAB8-4B75-404A-B5C2-80A93EAC6AA9}">
      <dgm:prSet/>
      <dgm:spPr/>
      <dgm:t>
        <a:bodyPr/>
        <a:lstStyle/>
        <a:p>
          <a:endParaRPr lang="pt-BR"/>
        </a:p>
      </dgm:t>
    </dgm:pt>
    <dgm:pt modelId="{8D4BE0E5-7A3B-4B65-8863-95D723CA497A}">
      <dgm:prSet phldrT="[Texto]"/>
      <dgm:spPr/>
      <dgm:t>
        <a:bodyPr/>
        <a:lstStyle/>
        <a:p>
          <a:r>
            <a:rPr lang="pt-BR" dirty="0"/>
            <a:t>DOSE MEDIA </a:t>
          </a:r>
        </a:p>
      </dgm:t>
    </dgm:pt>
    <dgm:pt modelId="{26436736-8A97-4032-8538-950437AF09AC}" type="parTrans" cxnId="{988E5268-C615-4272-B97E-57957703850F}">
      <dgm:prSet/>
      <dgm:spPr/>
      <dgm:t>
        <a:bodyPr/>
        <a:lstStyle/>
        <a:p>
          <a:endParaRPr lang="pt-BR"/>
        </a:p>
      </dgm:t>
    </dgm:pt>
    <dgm:pt modelId="{29D67C19-75FF-4A90-BD22-33A114845519}" type="sibTrans" cxnId="{988E5268-C615-4272-B97E-57957703850F}">
      <dgm:prSet/>
      <dgm:spPr/>
      <dgm:t>
        <a:bodyPr/>
        <a:lstStyle/>
        <a:p>
          <a:endParaRPr lang="pt-BR"/>
        </a:p>
      </dgm:t>
    </dgm:pt>
    <dgm:pt modelId="{40A95DF1-6DAB-4543-982C-D90D8819BC41}">
      <dgm:prSet phldrT="[Texto]"/>
      <dgm:spPr/>
      <dgm:t>
        <a:bodyPr/>
        <a:lstStyle/>
        <a:p>
          <a:r>
            <a:rPr lang="pt-BR" dirty="0"/>
            <a:t>0,4 a 0,6 Wcm2</a:t>
          </a:r>
        </a:p>
      </dgm:t>
    </dgm:pt>
    <dgm:pt modelId="{84B3AC88-9D46-440C-9C33-C660EB576449}" type="parTrans" cxnId="{233DEC53-8F71-40CE-B717-9E67ADF0D49E}">
      <dgm:prSet/>
      <dgm:spPr/>
      <dgm:t>
        <a:bodyPr/>
        <a:lstStyle/>
        <a:p>
          <a:endParaRPr lang="pt-BR"/>
        </a:p>
      </dgm:t>
    </dgm:pt>
    <dgm:pt modelId="{D0F82315-4917-4C3B-AEBC-AFEF75369ABF}" type="sibTrans" cxnId="{233DEC53-8F71-40CE-B717-9E67ADF0D49E}">
      <dgm:prSet/>
      <dgm:spPr/>
      <dgm:t>
        <a:bodyPr/>
        <a:lstStyle/>
        <a:p>
          <a:endParaRPr lang="pt-BR"/>
        </a:p>
      </dgm:t>
    </dgm:pt>
    <dgm:pt modelId="{D74CFC81-6BB4-4D7F-A25B-54E1C0D47EF5}">
      <dgm:prSet phldrT="[Texto]"/>
      <dgm:spPr/>
      <dgm:t>
        <a:bodyPr/>
        <a:lstStyle/>
        <a:p>
          <a:r>
            <a:rPr lang="pt-BR" dirty="0"/>
            <a:t>DOSE ALTA </a:t>
          </a:r>
        </a:p>
      </dgm:t>
    </dgm:pt>
    <dgm:pt modelId="{67C6D016-40BF-4B06-B730-C85116B76CB6}" type="parTrans" cxnId="{66DA5410-375C-4701-83EA-50EA057A7CF1}">
      <dgm:prSet/>
      <dgm:spPr/>
      <dgm:t>
        <a:bodyPr/>
        <a:lstStyle/>
        <a:p>
          <a:endParaRPr lang="pt-BR"/>
        </a:p>
      </dgm:t>
    </dgm:pt>
    <dgm:pt modelId="{CBE12AB1-31EB-4C27-A7B6-FE74D07BFC8C}" type="sibTrans" cxnId="{66DA5410-375C-4701-83EA-50EA057A7CF1}">
      <dgm:prSet/>
      <dgm:spPr/>
      <dgm:t>
        <a:bodyPr/>
        <a:lstStyle/>
        <a:p>
          <a:endParaRPr lang="pt-BR"/>
        </a:p>
      </dgm:t>
    </dgm:pt>
    <dgm:pt modelId="{ABF3D044-1AF7-4995-9CD4-A8DF104166C3}">
      <dgm:prSet phldrT="[Texto]"/>
      <dgm:spPr/>
      <dgm:t>
        <a:bodyPr/>
        <a:lstStyle/>
        <a:p>
          <a:r>
            <a:rPr lang="pt-BR" dirty="0"/>
            <a:t>0,7 a 1,2 Wcm2</a:t>
          </a:r>
        </a:p>
      </dgm:t>
    </dgm:pt>
    <dgm:pt modelId="{770F2F7C-664F-46AE-B8BB-E81973768318}" type="parTrans" cxnId="{0EEA5A75-D716-4AEC-AEA4-B13449AB69E1}">
      <dgm:prSet/>
      <dgm:spPr/>
      <dgm:t>
        <a:bodyPr/>
        <a:lstStyle/>
        <a:p>
          <a:endParaRPr lang="pt-BR"/>
        </a:p>
      </dgm:t>
    </dgm:pt>
    <dgm:pt modelId="{CD8C89CF-BD40-4397-BB50-FD2939C4BFD6}" type="sibTrans" cxnId="{0EEA5A75-D716-4AEC-AEA4-B13449AB69E1}">
      <dgm:prSet/>
      <dgm:spPr/>
      <dgm:t>
        <a:bodyPr/>
        <a:lstStyle/>
        <a:p>
          <a:endParaRPr lang="pt-BR"/>
        </a:p>
      </dgm:t>
    </dgm:pt>
    <dgm:pt modelId="{2E9D00A0-69C4-459E-BAB8-43083C91117B}">
      <dgm:prSet phldrT="[Texto]"/>
      <dgm:spPr/>
      <dgm:t>
        <a:bodyPr/>
        <a:lstStyle/>
        <a:p>
          <a:r>
            <a:rPr lang="pt-BR" dirty="0"/>
            <a:t>EFEITO MECANICO </a:t>
          </a:r>
        </a:p>
      </dgm:t>
    </dgm:pt>
    <dgm:pt modelId="{079BC3F5-51B9-45B5-BE94-D87926805940}" type="parTrans" cxnId="{FDCADE71-029A-4B9D-8BE4-D2E74F577772}">
      <dgm:prSet/>
      <dgm:spPr/>
      <dgm:t>
        <a:bodyPr/>
        <a:lstStyle/>
        <a:p>
          <a:endParaRPr lang="pt-BR"/>
        </a:p>
      </dgm:t>
    </dgm:pt>
    <dgm:pt modelId="{848E8CB5-6945-4A50-AE58-A330BEABD5B7}" type="sibTrans" cxnId="{FDCADE71-029A-4B9D-8BE4-D2E74F577772}">
      <dgm:prSet/>
      <dgm:spPr/>
      <dgm:t>
        <a:bodyPr/>
        <a:lstStyle/>
        <a:p>
          <a:endParaRPr lang="pt-BR"/>
        </a:p>
      </dgm:t>
    </dgm:pt>
    <dgm:pt modelId="{3F0D2314-AB20-4E9A-BDC5-27EEB67B4BC6}">
      <dgm:prSet phldrT="[Texto]"/>
      <dgm:spPr/>
      <dgm:t>
        <a:bodyPr/>
        <a:lstStyle/>
        <a:p>
          <a:r>
            <a:rPr lang="pt-BR" dirty="0"/>
            <a:t>EFEITO MECANICO E TERMICO +OU- 1°C</a:t>
          </a:r>
        </a:p>
      </dgm:t>
    </dgm:pt>
    <dgm:pt modelId="{428B21E2-C484-4AAD-B208-621D089B2F4D}" type="parTrans" cxnId="{476BD643-356F-4F2B-8A33-B719BCAA6E47}">
      <dgm:prSet/>
      <dgm:spPr/>
      <dgm:t>
        <a:bodyPr/>
        <a:lstStyle/>
        <a:p>
          <a:endParaRPr lang="pt-BR"/>
        </a:p>
      </dgm:t>
    </dgm:pt>
    <dgm:pt modelId="{AC4E6609-F283-4B8C-96B9-EDBC8E34DC34}" type="sibTrans" cxnId="{476BD643-356F-4F2B-8A33-B719BCAA6E47}">
      <dgm:prSet/>
      <dgm:spPr/>
      <dgm:t>
        <a:bodyPr/>
        <a:lstStyle/>
        <a:p>
          <a:endParaRPr lang="pt-BR"/>
        </a:p>
      </dgm:t>
    </dgm:pt>
    <dgm:pt modelId="{59936154-A2EF-484D-AF2A-102A22985D15}">
      <dgm:prSet phldrT="[Texto]"/>
      <dgm:spPr/>
      <dgm:t>
        <a:bodyPr/>
        <a:lstStyle/>
        <a:p>
          <a:endParaRPr lang="pt-BR" dirty="0"/>
        </a:p>
      </dgm:t>
    </dgm:pt>
    <dgm:pt modelId="{467480F3-DC4D-4F65-A7A8-F9FBDBF7BC69}" type="parTrans" cxnId="{5092FAE2-02EB-4D6C-AC52-747525E0316D}">
      <dgm:prSet/>
      <dgm:spPr/>
      <dgm:t>
        <a:bodyPr/>
        <a:lstStyle/>
        <a:p>
          <a:endParaRPr lang="pt-BR"/>
        </a:p>
      </dgm:t>
    </dgm:pt>
    <dgm:pt modelId="{36B6D485-68F7-4AC7-9FDA-134E0342FBEB}" type="sibTrans" cxnId="{5092FAE2-02EB-4D6C-AC52-747525E0316D}">
      <dgm:prSet/>
      <dgm:spPr/>
      <dgm:t>
        <a:bodyPr/>
        <a:lstStyle/>
        <a:p>
          <a:endParaRPr lang="pt-BR"/>
        </a:p>
      </dgm:t>
    </dgm:pt>
    <dgm:pt modelId="{DD2E4AA9-3320-4201-B8A3-D9DB61F12BEA}">
      <dgm:prSet phldrT="[Texto]"/>
      <dgm:spPr/>
      <dgm:t>
        <a:bodyPr/>
        <a:lstStyle/>
        <a:p>
          <a:r>
            <a:rPr lang="pt-BR" dirty="0"/>
            <a:t>EFEITO MECANICO E TERMICO +OU- 5</a:t>
          </a:r>
          <a:r>
            <a:rPr lang="pt-BR" dirty="0">
              <a:latin typeface="Calibri" panose="020F0502020204030204" pitchFamily="34" charset="0"/>
              <a:cs typeface="Calibri" panose="020F0502020204030204" pitchFamily="34" charset="0"/>
            </a:rPr>
            <a:t>°C</a:t>
          </a:r>
          <a:endParaRPr lang="pt-BR" dirty="0"/>
        </a:p>
      </dgm:t>
    </dgm:pt>
    <dgm:pt modelId="{08387EE5-52BB-4068-9337-1E8139D15C6D}" type="parTrans" cxnId="{C3B4C0BB-9F14-49F7-A5E5-0005A59490B5}">
      <dgm:prSet/>
      <dgm:spPr/>
      <dgm:t>
        <a:bodyPr/>
        <a:lstStyle/>
        <a:p>
          <a:endParaRPr lang="pt-BR"/>
        </a:p>
      </dgm:t>
    </dgm:pt>
    <dgm:pt modelId="{FA65F241-3635-4A69-8A65-1CD4DC577B57}" type="sibTrans" cxnId="{C3B4C0BB-9F14-49F7-A5E5-0005A59490B5}">
      <dgm:prSet/>
      <dgm:spPr/>
      <dgm:t>
        <a:bodyPr/>
        <a:lstStyle/>
        <a:p>
          <a:endParaRPr lang="pt-BR"/>
        </a:p>
      </dgm:t>
    </dgm:pt>
    <dgm:pt modelId="{8F4E5C21-8794-4D99-88AB-A97074A2ADA5}" type="pres">
      <dgm:prSet presAssocID="{B0082420-28A7-4050-A796-DBB33D3D72D8}" presName="Name0" presStyleCnt="0">
        <dgm:presLayoutVars>
          <dgm:dir/>
          <dgm:animLvl val="lvl"/>
          <dgm:resizeHandles val="exact"/>
        </dgm:presLayoutVars>
      </dgm:prSet>
      <dgm:spPr/>
    </dgm:pt>
    <dgm:pt modelId="{B89CECC0-555B-4431-AB86-F681C45422EA}" type="pres">
      <dgm:prSet presAssocID="{94CB9339-BFB2-4700-83CF-2379BD513EEB}" presName="composite" presStyleCnt="0"/>
      <dgm:spPr/>
    </dgm:pt>
    <dgm:pt modelId="{4473102D-1E23-44E8-A0D9-583013102A51}" type="pres">
      <dgm:prSet presAssocID="{94CB9339-BFB2-4700-83CF-2379BD513EE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9D022CA-B2BB-4444-A3C1-A8DDEA603758}" type="pres">
      <dgm:prSet presAssocID="{94CB9339-BFB2-4700-83CF-2379BD513EEB}" presName="desTx" presStyleLbl="alignAccFollowNode1" presStyleIdx="0" presStyleCnt="3">
        <dgm:presLayoutVars>
          <dgm:bulletEnabled val="1"/>
        </dgm:presLayoutVars>
      </dgm:prSet>
      <dgm:spPr/>
    </dgm:pt>
    <dgm:pt modelId="{D9DFB044-34E9-4628-A7DF-84FF9411A3F2}" type="pres">
      <dgm:prSet presAssocID="{98BB450C-5694-46F9-8B16-D0BA84725B71}" presName="space" presStyleCnt="0"/>
      <dgm:spPr/>
    </dgm:pt>
    <dgm:pt modelId="{30C4FA45-9031-4102-B825-99E39F77C66D}" type="pres">
      <dgm:prSet presAssocID="{8D4BE0E5-7A3B-4B65-8863-95D723CA497A}" presName="composite" presStyleCnt="0"/>
      <dgm:spPr/>
    </dgm:pt>
    <dgm:pt modelId="{B9C1C02B-FAA3-43E4-8A90-C276554A4A5E}" type="pres">
      <dgm:prSet presAssocID="{8D4BE0E5-7A3B-4B65-8863-95D723CA497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CFBF2AB6-0BF6-4C6B-B26B-B4B089481917}" type="pres">
      <dgm:prSet presAssocID="{8D4BE0E5-7A3B-4B65-8863-95D723CA497A}" presName="desTx" presStyleLbl="alignAccFollowNode1" presStyleIdx="1" presStyleCnt="3">
        <dgm:presLayoutVars>
          <dgm:bulletEnabled val="1"/>
        </dgm:presLayoutVars>
      </dgm:prSet>
      <dgm:spPr/>
    </dgm:pt>
    <dgm:pt modelId="{86FE1C29-3621-4C58-802C-8C04B889EC9A}" type="pres">
      <dgm:prSet presAssocID="{29D67C19-75FF-4A90-BD22-33A114845519}" presName="space" presStyleCnt="0"/>
      <dgm:spPr/>
    </dgm:pt>
    <dgm:pt modelId="{719D88DA-ABAA-4D0B-9E77-F07046E97DC8}" type="pres">
      <dgm:prSet presAssocID="{D74CFC81-6BB4-4D7F-A25B-54E1C0D47EF5}" presName="composite" presStyleCnt="0"/>
      <dgm:spPr/>
    </dgm:pt>
    <dgm:pt modelId="{3E6AC18D-AD79-419A-8447-551A0D4ABF9B}" type="pres">
      <dgm:prSet presAssocID="{D74CFC81-6BB4-4D7F-A25B-54E1C0D47EF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639D744-C4E9-49E6-87B5-B85FB5BEBB43}" type="pres">
      <dgm:prSet presAssocID="{D74CFC81-6BB4-4D7F-A25B-54E1C0D47EF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6DA5410-375C-4701-83EA-50EA057A7CF1}" srcId="{B0082420-28A7-4050-A796-DBB33D3D72D8}" destId="{D74CFC81-6BB4-4D7F-A25B-54E1C0D47EF5}" srcOrd="2" destOrd="0" parTransId="{67C6D016-40BF-4B06-B730-C85116B76CB6}" sibTransId="{CBE12AB1-31EB-4C27-A7B6-FE74D07BFC8C}"/>
    <dgm:cxn modelId="{CF4A4237-BC6B-4E65-AFE4-E4C75C87379C}" type="presOf" srcId="{2E9D00A0-69C4-459E-BAB8-43083C91117B}" destId="{B9D022CA-B2BB-4444-A3C1-A8DDEA603758}" srcOrd="0" destOrd="1" presId="urn:microsoft.com/office/officeart/2005/8/layout/hList1"/>
    <dgm:cxn modelId="{66A63443-2E9F-42DD-94CF-BAFBBBBDC634}" type="presOf" srcId="{59936154-A2EF-484D-AF2A-102A22985D15}" destId="{8639D744-C4E9-49E6-87B5-B85FB5BEBB43}" srcOrd="0" destOrd="2" presId="urn:microsoft.com/office/officeart/2005/8/layout/hList1"/>
    <dgm:cxn modelId="{476BD643-356F-4F2B-8A33-B719BCAA6E47}" srcId="{8D4BE0E5-7A3B-4B65-8863-95D723CA497A}" destId="{3F0D2314-AB20-4E9A-BDC5-27EEB67B4BC6}" srcOrd="1" destOrd="0" parTransId="{428B21E2-C484-4AAD-B208-621D089B2F4D}" sibTransId="{AC4E6609-F283-4B8C-96B9-EDBC8E34DC34}"/>
    <dgm:cxn modelId="{988E5268-C615-4272-B97E-57957703850F}" srcId="{B0082420-28A7-4050-A796-DBB33D3D72D8}" destId="{8D4BE0E5-7A3B-4B65-8863-95D723CA497A}" srcOrd="1" destOrd="0" parTransId="{26436736-8A97-4032-8538-950437AF09AC}" sibTransId="{29D67C19-75FF-4A90-BD22-33A114845519}"/>
    <dgm:cxn modelId="{B435DE50-5CE7-4BA8-9210-DEC4B9FB5FA8}" type="presOf" srcId="{B0082420-28A7-4050-A796-DBB33D3D72D8}" destId="{8F4E5C21-8794-4D99-88AB-A97074A2ADA5}" srcOrd="0" destOrd="0" presId="urn:microsoft.com/office/officeart/2005/8/layout/hList1"/>
    <dgm:cxn modelId="{FDCADE71-029A-4B9D-8BE4-D2E74F577772}" srcId="{94CB9339-BFB2-4700-83CF-2379BD513EEB}" destId="{2E9D00A0-69C4-459E-BAB8-43083C91117B}" srcOrd="1" destOrd="0" parTransId="{079BC3F5-51B9-45B5-BE94-D87926805940}" sibTransId="{848E8CB5-6945-4A50-AE58-A330BEABD5B7}"/>
    <dgm:cxn modelId="{233DEC53-8F71-40CE-B717-9E67ADF0D49E}" srcId="{8D4BE0E5-7A3B-4B65-8863-95D723CA497A}" destId="{40A95DF1-6DAB-4543-982C-D90D8819BC41}" srcOrd="0" destOrd="0" parTransId="{84B3AC88-9D46-440C-9C33-C660EB576449}" sibTransId="{D0F82315-4917-4C3B-AEBC-AFEF75369ABF}"/>
    <dgm:cxn modelId="{0EEA5A75-D716-4AEC-AEA4-B13449AB69E1}" srcId="{D74CFC81-6BB4-4D7F-A25B-54E1C0D47EF5}" destId="{ABF3D044-1AF7-4995-9CD4-A8DF104166C3}" srcOrd="0" destOrd="0" parTransId="{770F2F7C-664F-46AE-B8BB-E81973768318}" sibTransId="{CD8C89CF-BD40-4397-BB50-FD2939C4BFD6}"/>
    <dgm:cxn modelId="{CBA9675A-18FB-4DC5-97AF-FB28F360B4F4}" type="presOf" srcId="{40A95DF1-6DAB-4543-982C-D90D8819BC41}" destId="{CFBF2AB6-0BF6-4C6B-B26B-B4B089481917}" srcOrd="0" destOrd="0" presId="urn:microsoft.com/office/officeart/2005/8/layout/hList1"/>
    <dgm:cxn modelId="{FD67D57B-1DA1-422C-9EAA-F33477F0B444}" type="presOf" srcId="{D74CFC81-6BB4-4D7F-A25B-54E1C0D47EF5}" destId="{3E6AC18D-AD79-419A-8447-551A0D4ABF9B}" srcOrd="0" destOrd="0" presId="urn:microsoft.com/office/officeart/2005/8/layout/hList1"/>
    <dgm:cxn modelId="{A25E8B94-EA49-4B95-B8DB-241A4249E5E8}" type="presOf" srcId="{3F0D2314-AB20-4E9A-BDC5-27EEB67B4BC6}" destId="{CFBF2AB6-0BF6-4C6B-B26B-B4B089481917}" srcOrd="0" destOrd="1" presId="urn:microsoft.com/office/officeart/2005/8/layout/hList1"/>
    <dgm:cxn modelId="{590F849A-802F-4E08-A0A9-3F3EA7CFABD2}" type="presOf" srcId="{125B942D-2FDE-40F4-9A73-32445DBF9F3E}" destId="{B9D022CA-B2BB-4444-A3C1-A8DDEA603758}" srcOrd="0" destOrd="0" presId="urn:microsoft.com/office/officeart/2005/8/layout/hList1"/>
    <dgm:cxn modelId="{4151B3A9-7DBD-4465-85F2-F2D6D5F996A4}" type="presOf" srcId="{ABF3D044-1AF7-4995-9CD4-A8DF104166C3}" destId="{8639D744-C4E9-49E6-87B5-B85FB5BEBB43}" srcOrd="0" destOrd="0" presId="urn:microsoft.com/office/officeart/2005/8/layout/hList1"/>
    <dgm:cxn modelId="{D2CCE2AC-B3FC-4CC7-B0C8-E6F8F4550FE0}" type="presOf" srcId="{DD2E4AA9-3320-4201-B8A3-D9DB61F12BEA}" destId="{8639D744-C4E9-49E6-87B5-B85FB5BEBB43}" srcOrd="0" destOrd="1" presId="urn:microsoft.com/office/officeart/2005/8/layout/hList1"/>
    <dgm:cxn modelId="{7487BAB8-4B75-404A-B5C2-80A93EAC6AA9}" srcId="{94CB9339-BFB2-4700-83CF-2379BD513EEB}" destId="{125B942D-2FDE-40F4-9A73-32445DBF9F3E}" srcOrd="0" destOrd="0" parTransId="{86657EF4-D924-4807-BEC9-A8747858138A}" sibTransId="{65FA6E1B-595B-44F2-AF9B-6327C9A7AF6B}"/>
    <dgm:cxn modelId="{C3B4C0BB-9F14-49F7-A5E5-0005A59490B5}" srcId="{D74CFC81-6BB4-4D7F-A25B-54E1C0D47EF5}" destId="{DD2E4AA9-3320-4201-B8A3-D9DB61F12BEA}" srcOrd="1" destOrd="0" parTransId="{08387EE5-52BB-4068-9337-1E8139D15C6D}" sibTransId="{FA65F241-3635-4A69-8A65-1CD4DC577B57}"/>
    <dgm:cxn modelId="{6231DBC4-207C-43B6-B01B-DE2E93A327FC}" type="presOf" srcId="{8D4BE0E5-7A3B-4B65-8863-95D723CA497A}" destId="{B9C1C02B-FAA3-43E4-8A90-C276554A4A5E}" srcOrd="0" destOrd="0" presId="urn:microsoft.com/office/officeart/2005/8/layout/hList1"/>
    <dgm:cxn modelId="{330BC6D9-F0B5-4068-98AF-EC807CE552D7}" type="presOf" srcId="{94CB9339-BFB2-4700-83CF-2379BD513EEB}" destId="{4473102D-1E23-44E8-A0D9-583013102A51}" srcOrd="0" destOrd="0" presId="urn:microsoft.com/office/officeart/2005/8/layout/hList1"/>
    <dgm:cxn modelId="{5092FAE2-02EB-4D6C-AC52-747525E0316D}" srcId="{D74CFC81-6BB4-4D7F-A25B-54E1C0D47EF5}" destId="{59936154-A2EF-484D-AF2A-102A22985D15}" srcOrd="2" destOrd="0" parTransId="{467480F3-DC4D-4F65-A7A8-F9FBDBF7BC69}" sibTransId="{36B6D485-68F7-4AC7-9FDA-134E0342FBEB}"/>
    <dgm:cxn modelId="{FD4435F8-9A2D-46CB-A95D-92EA1D1F45A5}" srcId="{B0082420-28A7-4050-A796-DBB33D3D72D8}" destId="{94CB9339-BFB2-4700-83CF-2379BD513EEB}" srcOrd="0" destOrd="0" parTransId="{CDDB6067-80F0-4411-B048-ED4D181871A1}" sibTransId="{98BB450C-5694-46F9-8B16-D0BA84725B71}"/>
    <dgm:cxn modelId="{215D4E7D-2759-494C-8F6B-2ED8351118C9}" type="presParOf" srcId="{8F4E5C21-8794-4D99-88AB-A97074A2ADA5}" destId="{B89CECC0-555B-4431-AB86-F681C45422EA}" srcOrd="0" destOrd="0" presId="urn:microsoft.com/office/officeart/2005/8/layout/hList1"/>
    <dgm:cxn modelId="{745700CA-65CF-4951-B652-0D0950CEDC50}" type="presParOf" srcId="{B89CECC0-555B-4431-AB86-F681C45422EA}" destId="{4473102D-1E23-44E8-A0D9-583013102A51}" srcOrd="0" destOrd="0" presId="urn:microsoft.com/office/officeart/2005/8/layout/hList1"/>
    <dgm:cxn modelId="{9BC38DF9-6F30-4748-B3AF-A6E18947879F}" type="presParOf" srcId="{B89CECC0-555B-4431-AB86-F681C45422EA}" destId="{B9D022CA-B2BB-4444-A3C1-A8DDEA603758}" srcOrd="1" destOrd="0" presId="urn:microsoft.com/office/officeart/2005/8/layout/hList1"/>
    <dgm:cxn modelId="{8B19527B-B86C-44BE-9CF8-E6F9DCE413B7}" type="presParOf" srcId="{8F4E5C21-8794-4D99-88AB-A97074A2ADA5}" destId="{D9DFB044-34E9-4628-A7DF-84FF9411A3F2}" srcOrd="1" destOrd="0" presId="urn:microsoft.com/office/officeart/2005/8/layout/hList1"/>
    <dgm:cxn modelId="{CAFC1E76-318B-4E9A-BFAD-B376C3ECFA23}" type="presParOf" srcId="{8F4E5C21-8794-4D99-88AB-A97074A2ADA5}" destId="{30C4FA45-9031-4102-B825-99E39F77C66D}" srcOrd="2" destOrd="0" presId="urn:microsoft.com/office/officeart/2005/8/layout/hList1"/>
    <dgm:cxn modelId="{07061035-EBEB-414D-9BBA-C3B15FDE2248}" type="presParOf" srcId="{30C4FA45-9031-4102-B825-99E39F77C66D}" destId="{B9C1C02B-FAA3-43E4-8A90-C276554A4A5E}" srcOrd="0" destOrd="0" presId="urn:microsoft.com/office/officeart/2005/8/layout/hList1"/>
    <dgm:cxn modelId="{B7FC5C3C-91D3-4B0E-B9B6-C732B7F1E24D}" type="presParOf" srcId="{30C4FA45-9031-4102-B825-99E39F77C66D}" destId="{CFBF2AB6-0BF6-4C6B-B26B-B4B089481917}" srcOrd="1" destOrd="0" presId="urn:microsoft.com/office/officeart/2005/8/layout/hList1"/>
    <dgm:cxn modelId="{A15E3834-53D1-436A-A833-77CD033906FA}" type="presParOf" srcId="{8F4E5C21-8794-4D99-88AB-A97074A2ADA5}" destId="{86FE1C29-3621-4C58-802C-8C04B889EC9A}" srcOrd="3" destOrd="0" presId="urn:microsoft.com/office/officeart/2005/8/layout/hList1"/>
    <dgm:cxn modelId="{26E874C5-B9C5-49AE-AD16-2F9B84F95F58}" type="presParOf" srcId="{8F4E5C21-8794-4D99-88AB-A97074A2ADA5}" destId="{719D88DA-ABAA-4D0B-9E77-F07046E97DC8}" srcOrd="4" destOrd="0" presId="urn:microsoft.com/office/officeart/2005/8/layout/hList1"/>
    <dgm:cxn modelId="{D52979E4-F953-481D-9AF3-40C7366271D4}" type="presParOf" srcId="{719D88DA-ABAA-4D0B-9E77-F07046E97DC8}" destId="{3E6AC18D-AD79-419A-8447-551A0D4ABF9B}" srcOrd="0" destOrd="0" presId="urn:microsoft.com/office/officeart/2005/8/layout/hList1"/>
    <dgm:cxn modelId="{DF8A8D08-C12B-4EEA-A1E0-E281CFF33C3A}" type="presParOf" srcId="{719D88DA-ABAA-4D0B-9E77-F07046E97DC8}" destId="{8639D744-C4E9-49E6-87B5-B85FB5BEBB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1C565A-B88B-4F79-A381-65C28B8C3207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698D196-F143-4F3A-A118-D0D0F6D9F631}">
      <dgm:prSet phldrT="[Texto]"/>
      <dgm:spPr/>
      <dgm:t>
        <a:bodyPr/>
        <a:lstStyle/>
        <a:p>
          <a:r>
            <a:rPr lang="pt-BR" dirty="0"/>
            <a:t>ULTRASSOM</a:t>
          </a:r>
        </a:p>
      </dgm:t>
    </dgm:pt>
    <dgm:pt modelId="{FF8EF46E-8F21-4A13-A8D8-AAB9DA5A50A8}" type="parTrans" cxnId="{9B0D14AA-C017-47D4-8039-2C9C6F1EF8E0}">
      <dgm:prSet/>
      <dgm:spPr/>
      <dgm:t>
        <a:bodyPr/>
        <a:lstStyle/>
        <a:p>
          <a:endParaRPr lang="pt-BR"/>
        </a:p>
      </dgm:t>
    </dgm:pt>
    <dgm:pt modelId="{D7258D98-ED8C-42D2-BCC4-2DD45F271807}" type="sibTrans" cxnId="{9B0D14AA-C017-47D4-8039-2C9C6F1EF8E0}">
      <dgm:prSet/>
      <dgm:spPr/>
      <dgm:t>
        <a:bodyPr/>
        <a:lstStyle/>
        <a:p>
          <a:endParaRPr lang="pt-BR"/>
        </a:p>
      </dgm:t>
    </dgm:pt>
    <dgm:pt modelId="{94C5F9A3-47C4-4CD7-A29A-FF5248CB978B}">
      <dgm:prSet phldrT="[Texto]"/>
      <dgm:spPr/>
      <dgm:t>
        <a:bodyPr/>
        <a:lstStyle/>
        <a:p>
          <a:r>
            <a:rPr lang="pt-BR" dirty="0"/>
            <a:t>CORRENTE ELETRICA</a:t>
          </a:r>
        </a:p>
      </dgm:t>
    </dgm:pt>
    <dgm:pt modelId="{7AEA5F33-B8B4-42BA-809C-63E81EA844B4}" type="parTrans" cxnId="{C0DCDC0A-B622-4A34-930F-1DBBCBA511ED}">
      <dgm:prSet/>
      <dgm:spPr/>
      <dgm:t>
        <a:bodyPr/>
        <a:lstStyle/>
        <a:p>
          <a:endParaRPr lang="pt-BR"/>
        </a:p>
      </dgm:t>
    </dgm:pt>
    <dgm:pt modelId="{E7D6580F-3683-440D-8077-CF1022FD0F34}" type="sibTrans" cxnId="{C0DCDC0A-B622-4A34-930F-1DBBCBA511ED}">
      <dgm:prSet/>
      <dgm:spPr/>
      <dgm:t>
        <a:bodyPr/>
        <a:lstStyle/>
        <a:p>
          <a:endParaRPr lang="pt-BR"/>
        </a:p>
      </dgm:t>
    </dgm:pt>
    <dgm:pt modelId="{25DA9B0A-3E03-48B1-A0BE-7AA647201C05}">
      <dgm:prSet/>
      <dgm:spPr/>
      <dgm:t>
        <a:bodyPr/>
        <a:lstStyle/>
        <a:p>
          <a:r>
            <a:rPr lang="pt-BR" dirty="0"/>
            <a:t>CONTINUO </a:t>
          </a:r>
        </a:p>
      </dgm:t>
    </dgm:pt>
    <dgm:pt modelId="{206AD4D3-6205-4668-871B-79E71BE79BD8}" type="parTrans" cxnId="{81E5A10B-71A4-4CDD-8A70-92FC5192D2BB}">
      <dgm:prSet/>
      <dgm:spPr/>
      <dgm:t>
        <a:bodyPr/>
        <a:lstStyle/>
        <a:p>
          <a:endParaRPr lang="pt-BR"/>
        </a:p>
      </dgm:t>
    </dgm:pt>
    <dgm:pt modelId="{7C4BE75E-3D5E-4A24-8816-4C4F72C9CC08}" type="sibTrans" cxnId="{81E5A10B-71A4-4CDD-8A70-92FC5192D2BB}">
      <dgm:prSet/>
      <dgm:spPr/>
      <dgm:t>
        <a:bodyPr/>
        <a:lstStyle/>
        <a:p>
          <a:endParaRPr lang="pt-BR"/>
        </a:p>
      </dgm:t>
    </dgm:pt>
    <dgm:pt modelId="{445BA14D-166D-4404-9C95-C0F51BD0C9C5}">
      <dgm:prSet/>
      <dgm:spPr/>
      <dgm:t>
        <a:bodyPr/>
        <a:lstStyle/>
        <a:p>
          <a:r>
            <a:rPr lang="pt-BR" dirty="0"/>
            <a:t>PULSADO </a:t>
          </a:r>
        </a:p>
      </dgm:t>
    </dgm:pt>
    <dgm:pt modelId="{A3A80AF6-0C3F-4DC2-8A87-8B079B293C11}" type="parTrans" cxnId="{EB91CAD4-2760-4298-A626-CC6D258FA4DD}">
      <dgm:prSet/>
      <dgm:spPr/>
      <dgm:t>
        <a:bodyPr/>
        <a:lstStyle/>
        <a:p>
          <a:endParaRPr lang="pt-BR"/>
        </a:p>
      </dgm:t>
    </dgm:pt>
    <dgm:pt modelId="{9C065733-9128-47B9-9601-29E7EF7ADA05}" type="sibTrans" cxnId="{EB91CAD4-2760-4298-A626-CC6D258FA4DD}">
      <dgm:prSet/>
      <dgm:spPr/>
      <dgm:t>
        <a:bodyPr/>
        <a:lstStyle/>
        <a:p>
          <a:endParaRPr lang="pt-BR"/>
        </a:p>
      </dgm:t>
    </dgm:pt>
    <dgm:pt modelId="{6E43F694-AF60-4513-87DE-D4E2F8FD1767}">
      <dgm:prSet/>
      <dgm:spPr/>
      <dgm:t>
        <a:bodyPr/>
        <a:lstStyle/>
        <a:p>
          <a:r>
            <a:rPr lang="pt-BR" dirty="0"/>
            <a:t>POLARIZADO</a:t>
          </a:r>
        </a:p>
      </dgm:t>
    </dgm:pt>
    <dgm:pt modelId="{60E1691A-6392-4B99-9E25-1D57E1AD87F2}" type="parTrans" cxnId="{2786A3C9-6B73-4228-963F-8C5C5041D628}">
      <dgm:prSet/>
      <dgm:spPr/>
      <dgm:t>
        <a:bodyPr/>
        <a:lstStyle/>
        <a:p>
          <a:endParaRPr lang="pt-BR"/>
        </a:p>
      </dgm:t>
    </dgm:pt>
    <dgm:pt modelId="{0E042EEB-891C-4E69-96E0-EE30AC4DAFFD}" type="sibTrans" cxnId="{2786A3C9-6B73-4228-963F-8C5C5041D628}">
      <dgm:prSet/>
      <dgm:spPr/>
      <dgm:t>
        <a:bodyPr/>
        <a:lstStyle/>
        <a:p>
          <a:endParaRPr lang="pt-BR"/>
        </a:p>
      </dgm:t>
    </dgm:pt>
    <dgm:pt modelId="{9E2333E4-A700-4931-8D53-045B3E9530BF}">
      <dgm:prSet/>
      <dgm:spPr/>
      <dgm:t>
        <a:bodyPr/>
        <a:lstStyle/>
        <a:p>
          <a:r>
            <a:rPr lang="pt-BR" dirty="0"/>
            <a:t>DESPOLARIZADO</a:t>
          </a:r>
        </a:p>
      </dgm:t>
    </dgm:pt>
    <dgm:pt modelId="{22D125C2-0530-4492-80A1-3964E10D890A}" type="parTrans" cxnId="{04862EA4-3300-4709-A6F3-AB62AD22623A}">
      <dgm:prSet/>
      <dgm:spPr/>
      <dgm:t>
        <a:bodyPr/>
        <a:lstStyle/>
        <a:p>
          <a:endParaRPr lang="pt-BR"/>
        </a:p>
      </dgm:t>
    </dgm:pt>
    <dgm:pt modelId="{129826BB-8BE5-431B-9990-F99C33D47BE8}" type="sibTrans" cxnId="{04862EA4-3300-4709-A6F3-AB62AD22623A}">
      <dgm:prSet/>
      <dgm:spPr/>
      <dgm:t>
        <a:bodyPr/>
        <a:lstStyle/>
        <a:p>
          <a:endParaRPr lang="pt-BR"/>
        </a:p>
      </dgm:t>
    </dgm:pt>
    <dgm:pt modelId="{FCFFC3F2-2D32-49FA-823E-D75CB883FB7E}" type="pres">
      <dgm:prSet presAssocID="{B21C565A-B88B-4F79-A381-65C28B8C3207}" presName="Name0" presStyleCnt="0">
        <dgm:presLayoutVars>
          <dgm:dir/>
          <dgm:animLvl val="lvl"/>
          <dgm:resizeHandles val="exact"/>
        </dgm:presLayoutVars>
      </dgm:prSet>
      <dgm:spPr/>
    </dgm:pt>
    <dgm:pt modelId="{62F83E5A-64DE-4437-8B45-DEF1CE171A78}" type="pres">
      <dgm:prSet presAssocID="{2698D196-F143-4F3A-A118-D0D0F6D9F631}" presName="composite" presStyleCnt="0"/>
      <dgm:spPr/>
    </dgm:pt>
    <dgm:pt modelId="{99FB6EDE-DCD6-4B0E-9BAB-16D48074B770}" type="pres">
      <dgm:prSet presAssocID="{2698D196-F143-4F3A-A118-D0D0F6D9F63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95478C9-D52D-47F9-8D4F-DE2DBD19EC4D}" type="pres">
      <dgm:prSet presAssocID="{2698D196-F143-4F3A-A118-D0D0F6D9F631}" presName="desTx" presStyleLbl="alignAccFollowNode1" presStyleIdx="0" presStyleCnt="2">
        <dgm:presLayoutVars>
          <dgm:bulletEnabled val="1"/>
        </dgm:presLayoutVars>
      </dgm:prSet>
      <dgm:spPr/>
    </dgm:pt>
    <dgm:pt modelId="{246DB8CE-D919-403A-B2BC-27D449C06752}" type="pres">
      <dgm:prSet presAssocID="{D7258D98-ED8C-42D2-BCC4-2DD45F271807}" presName="space" presStyleCnt="0"/>
      <dgm:spPr/>
    </dgm:pt>
    <dgm:pt modelId="{C9B3E2AD-AA4F-44F5-98B8-E4880CA2F59F}" type="pres">
      <dgm:prSet presAssocID="{94C5F9A3-47C4-4CD7-A29A-FF5248CB978B}" presName="composite" presStyleCnt="0"/>
      <dgm:spPr/>
    </dgm:pt>
    <dgm:pt modelId="{40C4D68F-45C4-47E0-B116-65E82C211210}" type="pres">
      <dgm:prSet presAssocID="{94C5F9A3-47C4-4CD7-A29A-FF5248CB978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B85CAEE-1F11-40E7-91B0-3D0D0DF174E6}" type="pres">
      <dgm:prSet presAssocID="{94C5F9A3-47C4-4CD7-A29A-FF5248CB978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6BBFF09-6318-40E5-AF7F-7633E0D7F874}" type="presOf" srcId="{9E2333E4-A700-4931-8D53-045B3E9530BF}" destId="{AB85CAEE-1F11-40E7-91B0-3D0D0DF174E6}" srcOrd="0" destOrd="1" presId="urn:microsoft.com/office/officeart/2005/8/layout/hList1"/>
    <dgm:cxn modelId="{C0DCDC0A-B622-4A34-930F-1DBBCBA511ED}" srcId="{B21C565A-B88B-4F79-A381-65C28B8C3207}" destId="{94C5F9A3-47C4-4CD7-A29A-FF5248CB978B}" srcOrd="1" destOrd="0" parTransId="{7AEA5F33-B8B4-42BA-809C-63E81EA844B4}" sibTransId="{E7D6580F-3683-440D-8077-CF1022FD0F34}"/>
    <dgm:cxn modelId="{81E5A10B-71A4-4CDD-8A70-92FC5192D2BB}" srcId="{2698D196-F143-4F3A-A118-D0D0F6D9F631}" destId="{25DA9B0A-3E03-48B1-A0BE-7AA647201C05}" srcOrd="0" destOrd="0" parTransId="{206AD4D3-6205-4668-871B-79E71BE79BD8}" sibTransId="{7C4BE75E-3D5E-4A24-8816-4C4F72C9CC08}"/>
    <dgm:cxn modelId="{0346DF42-9594-4019-8C87-CE01D5342618}" type="presOf" srcId="{25DA9B0A-3E03-48B1-A0BE-7AA647201C05}" destId="{695478C9-D52D-47F9-8D4F-DE2DBD19EC4D}" srcOrd="0" destOrd="0" presId="urn:microsoft.com/office/officeart/2005/8/layout/hList1"/>
    <dgm:cxn modelId="{EDC16C6E-CD3C-46F0-B6F4-708EB829F379}" type="presOf" srcId="{94C5F9A3-47C4-4CD7-A29A-FF5248CB978B}" destId="{40C4D68F-45C4-47E0-B116-65E82C211210}" srcOrd="0" destOrd="0" presId="urn:microsoft.com/office/officeart/2005/8/layout/hList1"/>
    <dgm:cxn modelId="{FD810277-269C-4EAF-89F7-EF97E6E1FA56}" type="presOf" srcId="{445BA14D-166D-4404-9C95-C0F51BD0C9C5}" destId="{695478C9-D52D-47F9-8D4F-DE2DBD19EC4D}" srcOrd="0" destOrd="1" presId="urn:microsoft.com/office/officeart/2005/8/layout/hList1"/>
    <dgm:cxn modelId="{9E0A7B97-EE63-4CA9-845D-BB3017F71788}" type="presOf" srcId="{B21C565A-B88B-4F79-A381-65C28B8C3207}" destId="{FCFFC3F2-2D32-49FA-823E-D75CB883FB7E}" srcOrd="0" destOrd="0" presId="urn:microsoft.com/office/officeart/2005/8/layout/hList1"/>
    <dgm:cxn modelId="{04862EA4-3300-4709-A6F3-AB62AD22623A}" srcId="{94C5F9A3-47C4-4CD7-A29A-FF5248CB978B}" destId="{9E2333E4-A700-4931-8D53-045B3E9530BF}" srcOrd="1" destOrd="0" parTransId="{22D125C2-0530-4492-80A1-3964E10D890A}" sibTransId="{129826BB-8BE5-431B-9990-F99C33D47BE8}"/>
    <dgm:cxn modelId="{9B0D14AA-C017-47D4-8039-2C9C6F1EF8E0}" srcId="{B21C565A-B88B-4F79-A381-65C28B8C3207}" destId="{2698D196-F143-4F3A-A118-D0D0F6D9F631}" srcOrd="0" destOrd="0" parTransId="{FF8EF46E-8F21-4A13-A8D8-AAB9DA5A50A8}" sibTransId="{D7258D98-ED8C-42D2-BCC4-2DD45F271807}"/>
    <dgm:cxn modelId="{5370F5AC-CB2E-42F3-8A10-AED0DE55C2B9}" type="presOf" srcId="{6E43F694-AF60-4513-87DE-D4E2F8FD1767}" destId="{AB85CAEE-1F11-40E7-91B0-3D0D0DF174E6}" srcOrd="0" destOrd="0" presId="urn:microsoft.com/office/officeart/2005/8/layout/hList1"/>
    <dgm:cxn modelId="{63AB20BE-F045-41B7-993A-C9E0EFF61BBF}" type="presOf" srcId="{2698D196-F143-4F3A-A118-D0D0F6D9F631}" destId="{99FB6EDE-DCD6-4B0E-9BAB-16D48074B770}" srcOrd="0" destOrd="0" presId="urn:microsoft.com/office/officeart/2005/8/layout/hList1"/>
    <dgm:cxn modelId="{2786A3C9-6B73-4228-963F-8C5C5041D628}" srcId="{94C5F9A3-47C4-4CD7-A29A-FF5248CB978B}" destId="{6E43F694-AF60-4513-87DE-D4E2F8FD1767}" srcOrd="0" destOrd="0" parTransId="{60E1691A-6392-4B99-9E25-1D57E1AD87F2}" sibTransId="{0E042EEB-891C-4E69-96E0-EE30AC4DAFFD}"/>
    <dgm:cxn modelId="{EB91CAD4-2760-4298-A626-CC6D258FA4DD}" srcId="{2698D196-F143-4F3A-A118-D0D0F6D9F631}" destId="{445BA14D-166D-4404-9C95-C0F51BD0C9C5}" srcOrd="1" destOrd="0" parTransId="{A3A80AF6-0C3F-4DC2-8A87-8B079B293C11}" sibTransId="{9C065733-9128-47B9-9601-29E7EF7ADA05}"/>
    <dgm:cxn modelId="{93E7028F-9AE9-42CD-BDB2-302784C03477}" type="presParOf" srcId="{FCFFC3F2-2D32-49FA-823E-D75CB883FB7E}" destId="{62F83E5A-64DE-4437-8B45-DEF1CE171A78}" srcOrd="0" destOrd="0" presId="urn:microsoft.com/office/officeart/2005/8/layout/hList1"/>
    <dgm:cxn modelId="{C9CD2BA6-D6A3-4C70-A113-36E9E3B2CFD7}" type="presParOf" srcId="{62F83E5A-64DE-4437-8B45-DEF1CE171A78}" destId="{99FB6EDE-DCD6-4B0E-9BAB-16D48074B770}" srcOrd="0" destOrd="0" presId="urn:microsoft.com/office/officeart/2005/8/layout/hList1"/>
    <dgm:cxn modelId="{31AD1EB7-543B-4369-9605-98610939B8A9}" type="presParOf" srcId="{62F83E5A-64DE-4437-8B45-DEF1CE171A78}" destId="{695478C9-D52D-47F9-8D4F-DE2DBD19EC4D}" srcOrd="1" destOrd="0" presId="urn:microsoft.com/office/officeart/2005/8/layout/hList1"/>
    <dgm:cxn modelId="{DA566FC9-BD96-4147-A928-F0B74DF0A5D5}" type="presParOf" srcId="{FCFFC3F2-2D32-49FA-823E-D75CB883FB7E}" destId="{246DB8CE-D919-403A-B2BC-27D449C06752}" srcOrd="1" destOrd="0" presId="urn:microsoft.com/office/officeart/2005/8/layout/hList1"/>
    <dgm:cxn modelId="{433CAEE3-4BD3-49D9-BE27-181425D6821C}" type="presParOf" srcId="{FCFFC3F2-2D32-49FA-823E-D75CB883FB7E}" destId="{C9B3E2AD-AA4F-44F5-98B8-E4880CA2F59F}" srcOrd="2" destOrd="0" presId="urn:microsoft.com/office/officeart/2005/8/layout/hList1"/>
    <dgm:cxn modelId="{97A80904-0DED-4484-A047-30B6178AD03B}" type="presParOf" srcId="{C9B3E2AD-AA4F-44F5-98B8-E4880CA2F59F}" destId="{40C4D68F-45C4-47E0-B116-65E82C211210}" srcOrd="0" destOrd="0" presId="urn:microsoft.com/office/officeart/2005/8/layout/hList1"/>
    <dgm:cxn modelId="{37403F1E-41DF-454E-BF5C-D291ED205437}" type="presParOf" srcId="{C9B3E2AD-AA4F-44F5-98B8-E4880CA2F59F}" destId="{AB85CAEE-1F11-40E7-91B0-3D0D0DF174E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933DE9-8505-4660-9E17-65CDCD98F00F}">
      <dsp:nvSpPr>
        <dsp:cNvPr id="0" name=""/>
        <dsp:cNvSpPr/>
      </dsp:nvSpPr>
      <dsp:spPr>
        <a:xfrm>
          <a:off x="1011" y="1043700"/>
          <a:ext cx="2365959" cy="1182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AGENTES FISICOS DE ENERGIA</a:t>
          </a:r>
        </a:p>
      </dsp:txBody>
      <dsp:txXfrm>
        <a:off x="35659" y="1078348"/>
        <a:ext cx="2296663" cy="1113683"/>
      </dsp:txXfrm>
    </dsp:sp>
    <dsp:sp modelId="{C7D0A88E-4F45-4E10-A5A7-A284C327F1A0}">
      <dsp:nvSpPr>
        <dsp:cNvPr id="0" name=""/>
        <dsp:cNvSpPr/>
      </dsp:nvSpPr>
      <dsp:spPr>
        <a:xfrm>
          <a:off x="237607" y="2226680"/>
          <a:ext cx="236595" cy="887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234"/>
              </a:lnTo>
              <a:lnTo>
                <a:pt x="236595" y="88723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181EA0-EA5E-400D-8E5B-AE5A12DC9793}">
      <dsp:nvSpPr>
        <dsp:cNvPr id="0" name=""/>
        <dsp:cNvSpPr/>
      </dsp:nvSpPr>
      <dsp:spPr>
        <a:xfrm>
          <a:off x="474202" y="2522425"/>
          <a:ext cx="1892767" cy="1182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Térmico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Mecânico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Eletromagnético </a:t>
          </a:r>
        </a:p>
      </dsp:txBody>
      <dsp:txXfrm>
        <a:off x="508850" y="2557073"/>
        <a:ext cx="1823471" cy="1113683"/>
      </dsp:txXfrm>
    </dsp:sp>
    <dsp:sp modelId="{10376092-9B23-48C2-89B7-6BD8E814EF21}">
      <dsp:nvSpPr>
        <dsp:cNvPr id="0" name=""/>
        <dsp:cNvSpPr/>
      </dsp:nvSpPr>
      <dsp:spPr>
        <a:xfrm>
          <a:off x="2958460" y="1043700"/>
          <a:ext cx="2365959" cy="1182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INTERAÇÃO FISICA COM OS TECIDOS BIOLOGICOS </a:t>
          </a:r>
        </a:p>
      </dsp:txBody>
      <dsp:txXfrm>
        <a:off x="2993108" y="1078348"/>
        <a:ext cx="2296663" cy="1113683"/>
      </dsp:txXfrm>
    </dsp:sp>
    <dsp:sp modelId="{D1873E25-6E4C-439D-B832-1D530BB60BA8}">
      <dsp:nvSpPr>
        <dsp:cNvPr id="0" name=""/>
        <dsp:cNvSpPr/>
      </dsp:nvSpPr>
      <dsp:spPr>
        <a:xfrm>
          <a:off x="3195056" y="2226680"/>
          <a:ext cx="236595" cy="887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234"/>
              </a:lnTo>
              <a:lnTo>
                <a:pt x="236595" y="88723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38D6BB-C39D-4F92-B097-79293DB9A21A}">
      <dsp:nvSpPr>
        <dsp:cNvPr id="0" name=""/>
        <dsp:cNvSpPr/>
      </dsp:nvSpPr>
      <dsp:spPr>
        <a:xfrm>
          <a:off x="3431652" y="2522425"/>
          <a:ext cx="1892767" cy="1182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RESPOSTA PRIMARIA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RESPOSTA QUIMICA A NIVEL CELULAR </a:t>
          </a:r>
        </a:p>
      </dsp:txBody>
      <dsp:txXfrm>
        <a:off x="3466300" y="2557073"/>
        <a:ext cx="1823471" cy="1113683"/>
      </dsp:txXfrm>
    </dsp:sp>
    <dsp:sp modelId="{095268CB-06C6-419C-BB64-2D6AD53F1E8C}">
      <dsp:nvSpPr>
        <dsp:cNvPr id="0" name=""/>
        <dsp:cNvSpPr/>
      </dsp:nvSpPr>
      <dsp:spPr>
        <a:xfrm>
          <a:off x="5915909" y="1043700"/>
          <a:ext cx="2365959" cy="11829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RESPOSTA SECUNDARIA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NIVEL TECIDUAL</a:t>
          </a:r>
        </a:p>
      </dsp:txBody>
      <dsp:txXfrm>
        <a:off x="5950557" y="1078348"/>
        <a:ext cx="2296663" cy="1113683"/>
      </dsp:txXfrm>
    </dsp:sp>
    <dsp:sp modelId="{72D59EE2-E461-4F19-A05C-6C541FD7AAD4}">
      <dsp:nvSpPr>
        <dsp:cNvPr id="0" name=""/>
        <dsp:cNvSpPr/>
      </dsp:nvSpPr>
      <dsp:spPr>
        <a:xfrm>
          <a:off x="6152505" y="2226680"/>
          <a:ext cx="236595" cy="887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7234"/>
              </a:lnTo>
              <a:lnTo>
                <a:pt x="236595" y="887234"/>
              </a:lnTo>
            </a:path>
          </a:pathLst>
        </a:custGeom>
        <a:noFill/>
        <a:ln w="1587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171ACE-6B65-422B-8B79-D7E72F079FE3}">
      <dsp:nvSpPr>
        <dsp:cNvPr id="0" name=""/>
        <dsp:cNvSpPr/>
      </dsp:nvSpPr>
      <dsp:spPr>
        <a:xfrm>
          <a:off x="6389101" y="2522425"/>
          <a:ext cx="1892767" cy="11829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ADEQUADA = AÇÃO TERAPEUTICA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INADEQUADA = AÇÃO LESIVA OU SEM EFEITO</a:t>
          </a:r>
        </a:p>
      </dsp:txBody>
      <dsp:txXfrm>
        <a:off x="6423749" y="2557073"/>
        <a:ext cx="1823471" cy="11136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35924-5DCD-462E-B871-1C2097896C85}">
      <dsp:nvSpPr>
        <dsp:cNvPr id="0" name=""/>
        <dsp:cNvSpPr/>
      </dsp:nvSpPr>
      <dsp:spPr>
        <a:xfrm>
          <a:off x="494347" y="0"/>
          <a:ext cx="5602605" cy="377825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E5ACF-E2E9-4023-B2E2-EB14E338069A}">
      <dsp:nvSpPr>
        <dsp:cNvPr id="0" name=""/>
        <dsp:cNvSpPr/>
      </dsp:nvSpPr>
      <dsp:spPr>
        <a:xfrm>
          <a:off x="3437" y="1133475"/>
          <a:ext cx="2111237" cy="1511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FISICA </a:t>
          </a:r>
        </a:p>
      </dsp:txBody>
      <dsp:txXfrm>
        <a:off x="77213" y="1207251"/>
        <a:ext cx="1963685" cy="1363748"/>
      </dsp:txXfrm>
    </dsp:sp>
    <dsp:sp modelId="{BEE969DF-91FB-4995-8AEB-B4D8ACFD426A}">
      <dsp:nvSpPr>
        <dsp:cNvPr id="0" name=""/>
        <dsp:cNvSpPr/>
      </dsp:nvSpPr>
      <dsp:spPr>
        <a:xfrm>
          <a:off x="2240031" y="1133475"/>
          <a:ext cx="2111237" cy="1511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QUIMICA </a:t>
          </a:r>
        </a:p>
      </dsp:txBody>
      <dsp:txXfrm>
        <a:off x="2313807" y="1207251"/>
        <a:ext cx="1963685" cy="1363748"/>
      </dsp:txXfrm>
    </dsp:sp>
    <dsp:sp modelId="{D09F1C4F-B427-4DE3-996A-F2AC59BB73BC}">
      <dsp:nvSpPr>
        <dsp:cNvPr id="0" name=""/>
        <dsp:cNvSpPr/>
      </dsp:nvSpPr>
      <dsp:spPr>
        <a:xfrm>
          <a:off x="4476625" y="1133475"/>
          <a:ext cx="2111237" cy="1511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DISFUNÇÕES </a:t>
          </a:r>
        </a:p>
      </dsp:txBody>
      <dsp:txXfrm>
        <a:off x="4550401" y="1207251"/>
        <a:ext cx="1963685" cy="13637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84C08-5CD6-48A3-9F12-2025B998BA58}">
      <dsp:nvSpPr>
        <dsp:cNvPr id="0" name=""/>
        <dsp:cNvSpPr/>
      </dsp:nvSpPr>
      <dsp:spPr>
        <a:xfrm>
          <a:off x="0" y="357837"/>
          <a:ext cx="6914728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60" tIns="437388" rIns="53666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kern="1200" dirty="0"/>
            <a:t>Pós operatório imediato ou fase aguda, edema quente. </a:t>
          </a:r>
        </a:p>
      </dsp:txBody>
      <dsp:txXfrm>
        <a:off x="0" y="357837"/>
        <a:ext cx="6914728" cy="1190700"/>
      </dsp:txXfrm>
    </dsp:sp>
    <dsp:sp modelId="{BE30FEDA-A0EF-4615-8CB5-9B62E4AA242A}">
      <dsp:nvSpPr>
        <dsp:cNvPr id="0" name=""/>
        <dsp:cNvSpPr/>
      </dsp:nvSpPr>
      <dsp:spPr>
        <a:xfrm>
          <a:off x="345736" y="47877"/>
          <a:ext cx="4840309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52" tIns="0" rIns="18295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PULSADO 16 Hz</a:t>
          </a:r>
        </a:p>
      </dsp:txBody>
      <dsp:txXfrm>
        <a:off x="375998" y="78139"/>
        <a:ext cx="4779785" cy="559396"/>
      </dsp:txXfrm>
    </dsp:sp>
    <dsp:sp modelId="{4255B5E2-8DA8-4DE9-9E9A-8A0324E8725D}">
      <dsp:nvSpPr>
        <dsp:cNvPr id="0" name=""/>
        <dsp:cNvSpPr/>
      </dsp:nvSpPr>
      <dsp:spPr>
        <a:xfrm>
          <a:off x="0" y="1971898"/>
          <a:ext cx="6914728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60" tIns="437388" rIns="53666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kern="1200" dirty="0"/>
            <a:t>Pós operatório recente, fase sub aguda, presença de edema frio e hematoma. </a:t>
          </a:r>
        </a:p>
      </dsp:txBody>
      <dsp:txXfrm>
        <a:off x="0" y="1971898"/>
        <a:ext cx="6914728" cy="1190700"/>
      </dsp:txXfrm>
    </dsp:sp>
    <dsp:sp modelId="{28212E8C-C2B1-4759-9F2E-F429094EF8D2}">
      <dsp:nvSpPr>
        <dsp:cNvPr id="0" name=""/>
        <dsp:cNvSpPr/>
      </dsp:nvSpPr>
      <dsp:spPr>
        <a:xfrm>
          <a:off x="345736" y="1661937"/>
          <a:ext cx="4840309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52" tIns="0" rIns="18295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PULSADO 100 Hz</a:t>
          </a:r>
        </a:p>
      </dsp:txBody>
      <dsp:txXfrm>
        <a:off x="375998" y="1692199"/>
        <a:ext cx="4779785" cy="559396"/>
      </dsp:txXfrm>
    </dsp:sp>
    <dsp:sp modelId="{E31ED8C5-5EA2-4DE7-8271-363293662652}">
      <dsp:nvSpPr>
        <dsp:cNvPr id="0" name=""/>
        <dsp:cNvSpPr/>
      </dsp:nvSpPr>
      <dsp:spPr>
        <a:xfrm>
          <a:off x="0" y="3585958"/>
          <a:ext cx="6914728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660" tIns="437388" rIns="53666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kern="1200" dirty="0"/>
            <a:t>Pós operatório tardio ou fase crônica, presença de fibrose. </a:t>
          </a:r>
        </a:p>
      </dsp:txBody>
      <dsp:txXfrm>
        <a:off x="0" y="3585958"/>
        <a:ext cx="6914728" cy="1190700"/>
      </dsp:txXfrm>
    </dsp:sp>
    <dsp:sp modelId="{21CFED8C-C118-4EC2-9B16-8530A27146DF}">
      <dsp:nvSpPr>
        <dsp:cNvPr id="0" name=""/>
        <dsp:cNvSpPr/>
      </dsp:nvSpPr>
      <dsp:spPr>
        <a:xfrm>
          <a:off x="345736" y="3275998"/>
          <a:ext cx="4840309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952" tIns="0" rIns="18295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CONTINUO </a:t>
          </a:r>
        </a:p>
      </dsp:txBody>
      <dsp:txXfrm>
        <a:off x="375998" y="3306260"/>
        <a:ext cx="4779785" cy="5593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B029D6-E983-474D-85E4-FB83154208A4}">
      <dsp:nvSpPr>
        <dsp:cNvPr id="0" name=""/>
        <dsp:cNvSpPr/>
      </dsp:nvSpPr>
      <dsp:spPr>
        <a:xfrm>
          <a:off x="0" y="550267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5Mhz</a:t>
          </a:r>
        </a:p>
      </dsp:txBody>
      <dsp:txXfrm>
        <a:off x="0" y="550267"/>
        <a:ext cx="2059781" cy="1235868"/>
      </dsp:txXfrm>
    </dsp:sp>
    <dsp:sp modelId="{328080A6-3959-468D-85B4-CD932E1A30BE}">
      <dsp:nvSpPr>
        <dsp:cNvPr id="0" name=""/>
        <dsp:cNvSpPr/>
      </dsp:nvSpPr>
      <dsp:spPr>
        <a:xfrm>
          <a:off x="2265759" y="550267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3Mhz</a:t>
          </a:r>
        </a:p>
      </dsp:txBody>
      <dsp:txXfrm>
        <a:off x="2265759" y="550267"/>
        <a:ext cx="2059781" cy="1235868"/>
      </dsp:txXfrm>
    </dsp:sp>
    <dsp:sp modelId="{1A6890AC-68F7-4DE1-AEBF-B006A4BFDAD5}">
      <dsp:nvSpPr>
        <dsp:cNvPr id="0" name=""/>
        <dsp:cNvSpPr/>
      </dsp:nvSpPr>
      <dsp:spPr>
        <a:xfrm>
          <a:off x="4531518" y="550267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1 Mhz</a:t>
          </a:r>
        </a:p>
      </dsp:txBody>
      <dsp:txXfrm>
        <a:off x="4531518" y="550267"/>
        <a:ext cx="2059781" cy="1235868"/>
      </dsp:txXfrm>
    </dsp:sp>
    <dsp:sp modelId="{27F2F68A-0E7D-4840-9FF3-795E2EA8CF71}">
      <dsp:nvSpPr>
        <dsp:cNvPr id="0" name=""/>
        <dsp:cNvSpPr/>
      </dsp:nvSpPr>
      <dsp:spPr>
        <a:xfrm>
          <a:off x="0" y="1992114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650Khz</a:t>
          </a:r>
        </a:p>
      </dsp:txBody>
      <dsp:txXfrm>
        <a:off x="0" y="1992114"/>
        <a:ext cx="2059781" cy="1235868"/>
      </dsp:txXfrm>
    </dsp:sp>
    <dsp:sp modelId="{32FEC231-D2AF-4E55-BEDA-25345CF98692}">
      <dsp:nvSpPr>
        <dsp:cNvPr id="0" name=""/>
        <dsp:cNvSpPr/>
      </dsp:nvSpPr>
      <dsp:spPr>
        <a:xfrm>
          <a:off x="2265759" y="1992114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80Khz</a:t>
          </a:r>
        </a:p>
      </dsp:txBody>
      <dsp:txXfrm>
        <a:off x="2265759" y="1992114"/>
        <a:ext cx="2059781" cy="1235868"/>
      </dsp:txXfrm>
    </dsp:sp>
    <dsp:sp modelId="{31F9993E-7419-4282-85EF-810BB3635046}">
      <dsp:nvSpPr>
        <dsp:cNvPr id="0" name=""/>
        <dsp:cNvSpPr/>
      </dsp:nvSpPr>
      <dsp:spPr>
        <a:xfrm>
          <a:off x="4531518" y="1992114"/>
          <a:ext cx="2059781" cy="123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40Khz</a:t>
          </a:r>
        </a:p>
      </dsp:txBody>
      <dsp:txXfrm>
        <a:off x="4531518" y="1992114"/>
        <a:ext cx="2059781" cy="12358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0950D-3552-4377-B7DB-D0459AE28ABF}">
      <dsp:nvSpPr>
        <dsp:cNvPr id="0" name=""/>
        <dsp:cNvSpPr/>
      </dsp:nvSpPr>
      <dsp:spPr>
        <a:xfrm>
          <a:off x="804" y="947740"/>
          <a:ext cx="3137947" cy="18827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PULSADO</a:t>
          </a:r>
        </a:p>
      </dsp:txBody>
      <dsp:txXfrm>
        <a:off x="804" y="947740"/>
        <a:ext cx="3137947" cy="1882768"/>
      </dsp:txXfrm>
    </dsp:sp>
    <dsp:sp modelId="{8CEC2619-96E5-42F0-A83E-667F203E83C8}">
      <dsp:nvSpPr>
        <dsp:cNvPr id="0" name=""/>
        <dsp:cNvSpPr/>
      </dsp:nvSpPr>
      <dsp:spPr>
        <a:xfrm>
          <a:off x="3452547" y="947740"/>
          <a:ext cx="3137947" cy="18827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100" kern="1200" dirty="0"/>
            <a:t>CONTINUO</a:t>
          </a:r>
        </a:p>
      </dsp:txBody>
      <dsp:txXfrm>
        <a:off x="3452547" y="947740"/>
        <a:ext cx="3137947" cy="18827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3102D-1E23-44E8-A0D9-583013102A51}">
      <dsp:nvSpPr>
        <dsp:cNvPr id="0" name=""/>
        <dsp:cNvSpPr/>
      </dsp:nvSpPr>
      <dsp:spPr>
        <a:xfrm>
          <a:off x="2363" y="388969"/>
          <a:ext cx="2304290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DOSE BAIXA </a:t>
          </a:r>
        </a:p>
      </dsp:txBody>
      <dsp:txXfrm>
        <a:off x="2363" y="388969"/>
        <a:ext cx="2304290" cy="691200"/>
      </dsp:txXfrm>
    </dsp:sp>
    <dsp:sp modelId="{B9D022CA-B2BB-4444-A3C1-A8DDEA603758}">
      <dsp:nvSpPr>
        <dsp:cNvPr id="0" name=""/>
        <dsp:cNvSpPr/>
      </dsp:nvSpPr>
      <dsp:spPr>
        <a:xfrm>
          <a:off x="2363" y="1080169"/>
          <a:ext cx="2304290" cy="28505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0,1 a 0,3 Wcm2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EFEITO MECANICO </a:t>
          </a:r>
        </a:p>
      </dsp:txBody>
      <dsp:txXfrm>
        <a:off x="2363" y="1080169"/>
        <a:ext cx="2304290" cy="2850596"/>
      </dsp:txXfrm>
    </dsp:sp>
    <dsp:sp modelId="{B9C1C02B-FAA3-43E4-8A90-C276554A4A5E}">
      <dsp:nvSpPr>
        <dsp:cNvPr id="0" name=""/>
        <dsp:cNvSpPr/>
      </dsp:nvSpPr>
      <dsp:spPr>
        <a:xfrm>
          <a:off x="2629254" y="388969"/>
          <a:ext cx="2304290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DOSE MEDIA </a:t>
          </a:r>
        </a:p>
      </dsp:txBody>
      <dsp:txXfrm>
        <a:off x="2629254" y="388969"/>
        <a:ext cx="2304290" cy="691200"/>
      </dsp:txXfrm>
    </dsp:sp>
    <dsp:sp modelId="{CFBF2AB6-0BF6-4C6B-B26B-B4B089481917}">
      <dsp:nvSpPr>
        <dsp:cNvPr id="0" name=""/>
        <dsp:cNvSpPr/>
      </dsp:nvSpPr>
      <dsp:spPr>
        <a:xfrm>
          <a:off x="2629254" y="1080169"/>
          <a:ext cx="2304290" cy="28505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0,4 a 0,6 Wcm2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EFEITO MECANICO E TERMICO +OU- 1°C</a:t>
          </a:r>
        </a:p>
      </dsp:txBody>
      <dsp:txXfrm>
        <a:off x="2629254" y="1080169"/>
        <a:ext cx="2304290" cy="2850596"/>
      </dsp:txXfrm>
    </dsp:sp>
    <dsp:sp modelId="{3E6AC18D-AD79-419A-8447-551A0D4ABF9B}">
      <dsp:nvSpPr>
        <dsp:cNvPr id="0" name=""/>
        <dsp:cNvSpPr/>
      </dsp:nvSpPr>
      <dsp:spPr>
        <a:xfrm>
          <a:off x="5256146" y="388969"/>
          <a:ext cx="2304290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DOSE ALTA </a:t>
          </a:r>
        </a:p>
      </dsp:txBody>
      <dsp:txXfrm>
        <a:off x="5256146" y="388969"/>
        <a:ext cx="2304290" cy="691200"/>
      </dsp:txXfrm>
    </dsp:sp>
    <dsp:sp modelId="{8639D744-C4E9-49E6-87B5-B85FB5BEBB43}">
      <dsp:nvSpPr>
        <dsp:cNvPr id="0" name=""/>
        <dsp:cNvSpPr/>
      </dsp:nvSpPr>
      <dsp:spPr>
        <a:xfrm>
          <a:off x="5256146" y="1080169"/>
          <a:ext cx="2304290" cy="28505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0,7 a 1,2 Wcm2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EFEITO MECANICO E TERMICO +OU- 5</a:t>
          </a:r>
          <a:r>
            <a:rPr lang="pt-BR" sz="2400" kern="1200" dirty="0">
              <a:latin typeface="Calibri" panose="020F0502020204030204" pitchFamily="34" charset="0"/>
              <a:cs typeface="Calibri" panose="020F0502020204030204" pitchFamily="34" charset="0"/>
            </a:rPr>
            <a:t>°C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pt-BR" sz="2400" kern="1200" dirty="0"/>
        </a:p>
      </dsp:txBody>
      <dsp:txXfrm>
        <a:off x="5256146" y="1080169"/>
        <a:ext cx="2304290" cy="28505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B6EDE-DCD6-4B0E-9BAB-16D48074B770}">
      <dsp:nvSpPr>
        <dsp:cNvPr id="0" name=""/>
        <dsp:cNvSpPr/>
      </dsp:nvSpPr>
      <dsp:spPr>
        <a:xfrm>
          <a:off x="38" y="904036"/>
          <a:ext cx="3703141" cy="1057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ULTRASSOM</a:t>
          </a:r>
        </a:p>
      </dsp:txBody>
      <dsp:txXfrm>
        <a:off x="38" y="904036"/>
        <a:ext cx="3703141" cy="1057281"/>
      </dsp:txXfrm>
    </dsp:sp>
    <dsp:sp modelId="{695478C9-D52D-47F9-8D4F-DE2DBD19EC4D}">
      <dsp:nvSpPr>
        <dsp:cNvPr id="0" name=""/>
        <dsp:cNvSpPr/>
      </dsp:nvSpPr>
      <dsp:spPr>
        <a:xfrm>
          <a:off x="38" y="1961317"/>
          <a:ext cx="3703141" cy="127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CONTINUO 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PULSADO </a:t>
          </a:r>
        </a:p>
      </dsp:txBody>
      <dsp:txXfrm>
        <a:off x="38" y="1961317"/>
        <a:ext cx="3703141" cy="1273680"/>
      </dsp:txXfrm>
    </dsp:sp>
    <dsp:sp modelId="{40C4D68F-45C4-47E0-B116-65E82C211210}">
      <dsp:nvSpPr>
        <dsp:cNvPr id="0" name=""/>
        <dsp:cNvSpPr/>
      </dsp:nvSpPr>
      <dsp:spPr>
        <a:xfrm>
          <a:off x="4221619" y="904036"/>
          <a:ext cx="3703141" cy="1057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CORRENTE ELETRICA</a:t>
          </a:r>
        </a:p>
      </dsp:txBody>
      <dsp:txXfrm>
        <a:off x="4221619" y="904036"/>
        <a:ext cx="3703141" cy="1057281"/>
      </dsp:txXfrm>
    </dsp:sp>
    <dsp:sp modelId="{AB85CAEE-1F11-40E7-91B0-3D0D0DF174E6}">
      <dsp:nvSpPr>
        <dsp:cNvPr id="0" name=""/>
        <dsp:cNvSpPr/>
      </dsp:nvSpPr>
      <dsp:spPr>
        <a:xfrm>
          <a:off x="4221619" y="1961317"/>
          <a:ext cx="3703141" cy="1273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POLARIZADO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DESPOLARIZADO</a:t>
          </a:r>
        </a:p>
      </dsp:txBody>
      <dsp:txXfrm>
        <a:off x="4221619" y="1961317"/>
        <a:ext cx="3703141" cy="1273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65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4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5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6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6054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89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78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03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76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118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1050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039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0193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366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514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13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5DFE8-97BB-4C15-8D91-276D1CC15E1B}" type="datetimeFigureOut">
              <a:rPr lang="pt-BR" smtClean="0"/>
              <a:pPr/>
              <a:t>28/07/2025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0FF13C7-591B-40A3-B3F2-017A6D8D606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1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inspirar.com.br/eletroterapia-o-que-e-e-como-e-utilizada-2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>
            <a:extLst>
              <a:ext uri="{FF2B5EF4-FFF2-40B4-BE49-F238E27FC236}">
                <a16:creationId xmlns:a16="http://schemas.microsoft.com/office/drawing/2014/main" id="{821CC376-12F4-410B-99D8-D7AE1E5C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02377" y="2746994"/>
            <a:ext cx="7704856" cy="136401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DISCIPLINA DE ELETROTERAPIA 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Disciplina: Eletroterapia</a:t>
            </a:r>
          </a:p>
          <a:p>
            <a:pPr algn="r"/>
            <a:r>
              <a:rPr lang="pt-BR" b="1" dirty="0" err="1">
                <a:solidFill>
                  <a:schemeClr val="bg1">
                    <a:lumMod val="50000"/>
                  </a:schemeClr>
                </a:solidFill>
              </a:rPr>
              <a:t>Prof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bg1">
                    <a:lumMod val="50000"/>
                  </a:schemeClr>
                </a:solidFill>
              </a:rPr>
              <a:t>Esp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: Mariana Macedo Justi </a:t>
            </a:r>
          </a:p>
          <a:p>
            <a:pPr algn="r"/>
            <a:endParaRPr lang="pt-BR" b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39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926DD-5B10-F169-6775-941D58DA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 – INTRODUÇÃO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2B1132-8BE6-3023-7B37-B72FBBCFA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24772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400" dirty="0"/>
              <a:t>A </a:t>
            </a:r>
            <a:r>
              <a:rPr lang="pt-BR" sz="24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Eletroterapia é uma técnica fisioterápica</a:t>
            </a:r>
            <a:r>
              <a:rPr lang="pt-BR" sz="2400" u="sng" dirty="0"/>
              <a:t> </a:t>
            </a:r>
            <a:r>
              <a:rPr lang="pt-BR" sz="2400" dirty="0"/>
              <a:t>amplamente adotada para auxiliar na reabilitação de diversas patologias e envolve o uso de correntes elétricas de baixa intensidade aplicadas por meio de eletrodos colocados diretamente na pele. Este método alcança efeitos como analgesia, redução de edema, relaxamento muscular, fortalecimento e contribui para a recuperação de uma variedade de condições médicas.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0070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A1BF-6964-293E-F4CA-E06F0FC1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ACD13C-FB10-2DB4-0A07-06763F67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A eletroterapia é utilizada em diversas áreas da saúde: </a:t>
            </a:r>
          </a:p>
          <a:p>
            <a:r>
              <a:rPr lang="pt-BR" dirty="0"/>
              <a:t>Fisioterapia</a:t>
            </a:r>
          </a:p>
          <a:p>
            <a:r>
              <a:rPr lang="pt-BR" dirty="0"/>
              <a:t>Reabilitação </a:t>
            </a:r>
          </a:p>
          <a:p>
            <a:r>
              <a:rPr lang="pt-BR" dirty="0"/>
              <a:t>Estética </a:t>
            </a:r>
          </a:p>
          <a:p>
            <a:r>
              <a:rPr lang="pt-BR" dirty="0"/>
              <a:t>Oncologia </a:t>
            </a:r>
          </a:p>
          <a:p>
            <a:r>
              <a:rPr lang="pt-BR" dirty="0"/>
              <a:t>Neurodesenvolvimento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0421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36363-71B3-4B86-0B53-45CB8627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 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B587530-87AF-6513-5B0C-D478617AE95E}"/>
              </a:ext>
            </a:extLst>
          </p:cNvPr>
          <p:cNvGrpSpPr/>
          <p:nvPr/>
        </p:nvGrpSpPr>
        <p:grpSpPr>
          <a:xfrm>
            <a:off x="251520" y="2276871"/>
            <a:ext cx="8784976" cy="2676129"/>
            <a:chOff x="759390" y="3429034"/>
            <a:chExt cx="8129274" cy="1008042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1DC78924-86C2-7F55-E32D-458358D1451A}"/>
                </a:ext>
              </a:extLst>
            </p:cNvPr>
            <p:cNvSpPr/>
            <p:nvPr/>
          </p:nvSpPr>
          <p:spPr>
            <a:xfrm>
              <a:off x="759390" y="3429034"/>
              <a:ext cx="1462099" cy="417867"/>
            </a:xfrm>
            <a:custGeom>
              <a:avLst/>
              <a:gdLst>
                <a:gd name="connsiteX0" fmla="*/ 0 w 1462099"/>
                <a:gd name="connsiteY0" fmla="*/ 0 h 417867"/>
                <a:gd name="connsiteX1" fmla="*/ 1462099 w 1462099"/>
                <a:gd name="connsiteY1" fmla="*/ 0 h 417867"/>
                <a:gd name="connsiteX2" fmla="*/ 1462099 w 1462099"/>
                <a:gd name="connsiteY2" fmla="*/ 417867 h 417867"/>
                <a:gd name="connsiteX3" fmla="*/ 0 w 1462099"/>
                <a:gd name="connsiteY3" fmla="*/ 417867 h 417867"/>
                <a:gd name="connsiteX4" fmla="*/ 0 w 1462099"/>
                <a:gd name="connsiteY4" fmla="*/ 0 h 4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417867">
                  <a:moveTo>
                    <a:pt x="0" y="0"/>
                  </a:moveTo>
                  <a:lnTo>
                    <a:pt x="1462099" y="0"/>
                  </a:lnTo>
                  <a:lnTo>
                    <a:pt x="1462099" y="417867"/>
                  </a:lnTo>
                  <a:lnTo>
                    <a:pt x="0" y="4178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1120" tIns="40640" rIns="71120" bIns="4064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FISIOTERAPIA</a:t>
              </a:r>
              <a:r>
                <a:rPr lang="pt-BR" sz="1000" kern="1200" dirty="0"/>
                <a:t> </a:t>
              </a:r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C616C88-0F99-1161-1CED-D3310E43F32E}"/>
                </a:ext>
              </a:extLst>
            </p:cNvPr>
            <p:cNvSpPr/>
            <p:nvPr/>
          </p:nvSpPr>
          <p:spPr>
            <a:xfrm>
              <a:off x="759390" y="3846902"/>
              <a:ext cx="1462099" cy="590174"/>
            </a:xfrm>
            <a:custGeom>
              <a:avLst/>
              <a:gdLst>
                <a:gd name="connsiteX0" fmla="*/ 0 w 1462099"/>
                <a:gd name="connsiteY0" fmla="*/ 0 h 590174"/>
                <a:gd name="connsiteX1" fmla="*/ 1462099 w 1462099"/>
                <a:gd name="connsiteY1" fmla="*/ 0 h 590174"/>
                <a:gd name="connsiteX2" fmla="*/ 1462099 w 1462099"/>
                <a:gd name="connsiteY2" fmla="*/ 590174 h 590174"/>
                <a:gd name="connsiteX3" fmla="*/ 0 w 1462099"/>
                <a:gd name="connsiteY3" fmla="*/ 590174 h 590174"/>
                <a:gd name="connsiteX4" fmla="*/ 0 w 1462099"/>
                <a:gd name="connsiteY4" fmla="*/ 0 h 590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590174">
                  <a:moveTo>
                    <a:pt x="0" y="0"/>
                  </a:moveTo>
                  <a:lnTo>
                    <a:pt x="1462099" y="0"/>
                  </a:lnTo>
                  <a:lnTo>
                    <a:pt x="1462099" y="590174"/>
                  </a:lnTo>
                  <a:lnTo>
                    <a:pt x="0" y="5901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71120" bIns="8001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Alivio dor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Lesões </a:t>
              </a:r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04531E31-4658-7288-03BD-A4B3B768BA58}"/>
                </a:ext>
              </a:extLst>
            </p:cNvPr>
            <p:cNvSpPr/>
            <p:nvPr/>
          </p:nvSpPr>
          <p:spPr>
            <a:xfrm>
              <a:off x="2426184" y="3429034"/>
              <a:ext cx="1462099" cy="417867"/>
            </a:xfrm>
            <a:custGeom>
              <a:avLst/>
              <a:gdLst>
                <a:gd name="connsiteX0" fmla="*/ 0 w 1462099"/>
                <a:gd name="connsiteY0" fmla="*/ 0 h 417867"/>
                <a:gd name="connsiteX1" fmla="*/ 1462099 w 1462099"/>
                <a:gd name="connsiteY1" fmla="*/ 0 h 417867"/>
                <a:gd name="connsiteX2" fmla="*/ 1462099 w 1462099"/>
                <a:gd name="connsiteY2" fmla="*/ 417867 h 417867"/>
                <a:gd name="connsiteX3" fmla="*/ 0 w 1462099"/>
                <a:gd name="connsiteY3" fmla="*/ 417867 h 417867"/>
                <a:gd name="connsiteX4" fmla="*/ 0 w 1462099"/>
                <a:gd name="connsiteY4" fmla="*/ 0 h 4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417867">
                  <a:moveTo>
                    <a:pt x="0" y="0"/>
                  </a:moveTo>
                  <a:lnTo>
                    <a:pt x="1462099" y="0"/>
                  </a:lnTo>
                  <a:lnTo>
                    <a:pt x="1462099" y="417867"/>
                  </a:lnTo>
                  <a:lnTo>
                    <a:pt x="0" y="4178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1120" tIns="40640" rIns="71120" bIns="4064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REABILITAÇÃO</a:t>
              </a:r>
              <a:r>
                <a:rPr lang="pt-BR" sz="1000" kern="1200" dirty="0"/>
                <a:t> </a:t>
              </a:r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54A06183-BD9B-9141-91EB-CE660E1DA134}"/>
                </a:ext>
              </a:extLst>
            </p:cNvPr>
            <p:cNvSpPr/>
            <p:nvPr/>
          </p:nvSpPr>
          <p:spPr>
            <a:xfrm>
              <a:off x="2426184" y="3846902"/>
              <a:ext cx="1462099" cy="590174"/>
            </a:xfrm>
            <a:custGeom>
              <a:avLst/>
              <a:gdLst>
                <a:gd name="connsiteX0" fmla="*/ 0 w 1462099"/>
                <a:gd name="connsiteY0" fmla="*/ 0 h 590174"/>
                <a:gd name="connsiteX1" fmla="*/ 1462099 w 1462099"/>
                <a:gd name="connsiteY1" fmla="*/ 0 h 590174"/>
                <a:gd name="connsiteX2" fmla="*/ 1462099 w 1462099"/>
                <a:gd name="connsiteY2" fmla="*/ 590174 h 590174"/>
                <a:gd name="connsiteX3" fmla="*/ 0 w 1462099"/>
                <a:gd name="connsiteY3" fmla="*/ 590174 h 590174"/>
                <a:gd name="connsiteX4" fmla="*/ 0 w 1462099"/>
                <a:gd name="connsiteY4" fmla="*/ 0 h 590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590174">
                  <a:moveTo>
                    <a:pt x="0" y="0"/>
                  </a:moveTo>
                  <a:lnTo>
                    <a:pt x="1462099" y="0"/>
                  </a:lnTo>
                  <a:lnTo>
                    <a:pt x="1462099" y="590174"/>
                  </a:lnTo>
                  <a:lnTo>
                    <a:pt x="0" y="5901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71120" bIns="8001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Pós cirúrgico 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Traumas </a:t>
              </a:r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9FF61ED1-0329-85F1-3BAC-C109A6D5BE61}"/>
                </a:ext>
              </a:extLst>
            </p:cNvPr>
            <p:cNvSpPr/>
            <p:nvPr/>
          </p:nvSpPr>
          <p:spPr>
            <a:xfrm>
              <a:off x="4092978" y="3429034"/>
              <a:ext cx="1462099" cy="417867"/>
            </a:xfrm>
            <a:custGeom>
              <a:avLst/>
              <a:gdLst>
                <a:gd name="connsiteX0" fmla="*/ 0 w 1462099"/>
                <a:gd name="connsiteY0" fmla="*/ 0 h 417867"/>
                <a:gd name="connsiteX1" fmla="*/ 1462099 w 1462099"/>
                <a:gd name="connsiteY1" fmla="*/ 0 h 417867"/>
                <a:gd name="connsiteX2" fmla="*/ 1462099 w 1462099"/>
                <a:gd name="connsiteY2" fmla="*/ 417867 h 417867"/>
                <a:gd name="connsiteX3" fmla="*/ 0 w 1462099"/>
                <a:gd name="connsiteY3" fmla="*/ 417867 h 417867"/>
                <a:gd name="connsiteX4" fmla="*/ 0 w 1462099"/>
                <a:gd name="connsiteY4" fmla="*/ 0 h 4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417867">
                  <a:moveTo>
                    <a:pt x="0" y="0"/>
                  </a:moveTo>
                  <a:lnTo>
                    <a:pt x="1462099" y="0"/>
                  </a:lnTo>
                  <a:lnTo>
                    <a:pt x="1462099" y="417867"/>
                  </a:lnTo>
                  <a:lnTo>
                    <a:pt x="0" y="4178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1120" tIns="40640" rIns="71120" bIns="4064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ESTETICA </a:t>
              </a:r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12F2ED19-C002-C31E-E79A-7DAC2CDFBA1C}"/>
                </a:ext>
              </a:extLst>
            </p:cNvPr>
            <p:cNvSpPr/>
            <p:nvPr/>
          </p:nvSpPr>
          <p:spPr>
            <a:xfrm>
              <a:off x="4092978" y="3846902"/>
              <a:ext cx="1462099" cy="590174"/>
            </a:xfrm>
            <a:custGeom>
              <a:avLst/>
              <a:gdLst>
                <a:gd name="connsiteX0" fmla="*/ 0 w 1462099"/>
                <a:gd name="connsiteY0" fmla="*/ 0 h 590174"/>
                <a:gd name="connsiteX1" fmla="*/ 1462099 w 1462099"/>
                <a:gd name="connsiteY1" fmla="*/ 0 h 590174"/>
                <a:gd name="connsiteX2" fmla="*/ 1462099 w 1462099"/>
                <a:gd name="connsiteY2" fmla="*/ 590174 h 590174"/>
                <a:gd name="connsiteX3" fmla="*/ 0 w 1462099"/>
                <a:gd name="connsiteY3" fmla="*/ 590174 h 590174"/>
                <a:gd name="connsiteX4" fmla="*/ 0 w 1462099"/>
                <a:gd name="connsiteY4" fmla="*/ 0 h 590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590174">
                  <a:moveTo>
                    <a:pt x="0" y="0"/>
                  </a:moveTo>
                  <a:lnTo>
                    <a:pt x="1462099" y="0"/>
                  </a:lnTo>
                  <a:lnTo>
                    <a:pt x="1462099" y="590174"/>
                  </a:lnTo>
                  <a:lnTo>
                    <a:pt x="0" y="5901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71120" bIns="8001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Disfunções 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Desarmonia corporal </a:t>
              </a:r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ED096AEF-947E-73A0-E8EC-B5E799046283}"/>
                </a:ext>
              </a:extLst>
            </p:cNvPr>
            <p:cNvSpPr/>
            <p:nvPr/>
          </p:nvSpPr>
          <p:spPr>
            <a:xfrm>
              <a:off x="5759771" y="3429034"/>
              <a:ext cx="1462099" cy="417867"/>
            </a:xfrm>
            <a:custGeom>
              <a:avLst/>
              <a:gdLst>
                <a:gd name="connsiteX0" fmla="*/ 0 w 1462099"/>
                <a:gd name="connsiteY0" fmla="*/ 0 h 417867"/>
                <a:gd name="connsiteX1" fmla="*/ 1462099 w 1462099"/>
                <a:gd name="connsiteY1" fmla="*/ 0 h 417867"/>
                <a:gd name="connsiteX2" fmla="*/ 1462099 w 1462099"/>
                <a:gd name="connsiteY2" fmla="*/ 417867 h 417867"/>
                <a:gd name="connsiteX3" fmla="*/ 0 w 1462099"/>
                <a:gd name="connsiteY3" fmla="*/ 417867 h 417867"/>
                <a:gd name="connsiteX4" fmla="*/ 0 w 1462099"/>
                <a:gd name="connsiteY4" fmla="*/ 0 h 4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417867">
                  <a:moveTo>
                    <a:pt x="0" y="0"/>
                  </a:moveTo>
                  <a:lnTo>
                    <a:pt x="1462099" y="0"/>
                  </a:lnTo>
                  <a:lnTo>
                    <a:pt x="1462099" y="417867"/>
                  </a:lnTo>
                  <a:lnTo>
                    <a:pt x="0" y="4178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1120" tIns="40640" rIns="71120" bIns="4064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NEURO</a:t>
              </a: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DESENVOLVIMENTO </a:t>
              </a:r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AA604EF7-555C-35DD-E08D-1BB420BB9CB5}"/>
                </a:ext>
              </a:extLst>
            </p:cNvPr>
            <p:cNvSpPr/>
            <p:nvPr/>
          </p:nvSpPr>
          <p:spPr>
            <a:xfrm>
              <a:off x="5759771" y="3846902"/>
              <a:ext cx="1462099" cy="590174"/>
            </a:xfrm>
            <a:custGeom>
              <a:avLst/>
              <a:gdLst>
                <a:gd name="connsiteX0" fmla="*/ 0 w 1462099"/>
                <a:gd name="connsiteY0" fmla="*/ 0 h 590174"/>
                <a:gd name="connsiteX1" fmla="*/ 1462099 w 1462099"/>
                <a:gd name="connsiteY1" fmla="*/ 0 h 590174"/>
                <a:gd name="connsiteX2" fmla="*/ 1462099 w 1462099"/>
                <a:gd name="connsiteY2" fmla="*/ 590174 h 590174"/>
                <a:gd name="connsiteX3" fmla="*/ 0 w 1462099"/>
                <a:gd name="connsiteY3" fmla="*/ 590174 h 590174"/>
                <a:gd name="connsiteX4" fmla="*/ 0 w 1462099"/>
                <a:gd name="connsiteY4" fmla="*/ 0 h 590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590174">
                  <a:moveTo>
                    <a:pt x="0" y="0"/>
                  </a:moveTo>
                  <a:lnTo>
                    <a:pt x="1462099" y="0"/>
                  </a:lnTo>
                  <a:lnTo>
                    <a:pt x="1462099" y="590174"/>
                  </a:lnTo>
                  <a:lnTo>
                    <a:pt x="0" y="5901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71120" bIns="8001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Melhora nas funções motoras</a:t>
              </a:r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9AF53359-9DAF-80CE-D112-4DE31270A6AC}"/>
                </a:ext>
              </a:extLst>
            </p:cNvPr>
            <p:cNvSpPr/>
            <p:nvPr/>
          </p:nvSpPr>
          <p:spPr>
            <a:xfrm>
              <a:off x="7426565" y="3429034"/>
              <a:ext cx="1462099" cy="417867"/>
            </a:xfrm>
            <a:custGeom>
              <a:avLst/>
              <a:gdLst>
                <a:gd name="connsiteX0" fmla="*/ 0 w 1462099"/>
                <a:gd name="connsiteY0" fmla="*/ 0 h 417867"/>
                <a:gd name="connsiteX1" fmla="*/ 1462099 w 1462099"/>
                <a:gd name="connsiteY1" fmla="*/ 0 h 417867"/>
                <a:gd name="connsiteX2" fmla="*/ 1462099 w 1462099"/>
                <a:gd name="connsiteY2" fmla="*/ 417867 h 417867"/>
                <a:gd name="connsiteX3" fmla="*/ 0 w 1462099"/>
                <a:gd name="connsiteY3" fmla="*/ 417867 h 417867"/>
                <a:gd name="connsiteX4" fmla="*/ 0 w 1462099"/>
                <a:gd name="connsiteY4" fmla="*/ 0 h 41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417867">
                  <a:moveTo>
                    <a:pt x="0" y="0"/>
                  </a:moveTo>
                  <a:lnTo>
                    <a:pt x="1462099" y="0"/>
                  </a:lnTo>
                  <a:lnTo>
                    <a:pt x="1462099" y="417867"/>
                  </a:lnTo>
                  <a:lnTo>
                    <a:pt x="0" y="4178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1120" tIns="40640" rIns="71120" bIns="4064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600" kern="1200" dirty="0"/>
                <a:t>ONCOLOGIA </a:t>
              </a:r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1D047BF-7CC7-F241-3CB6-56AD53C82710}"/>
                </a:ext>
              </a:extLst>
            </p:cNvPr>
            <p:cNvSpPr/>
            <p:nvPr/>
          </p:nvSpPr>
          <p:spPr>
            <a:xfrm>
              <a:off x="7426565" y="3846902"/>
              <a:ext cx="1462099" cy="590174"/>
            </a:xfrm>
            <a:custGeom>
              <a:avLst/>
              <a:gdLst>
                <a:gd name="connsiteX0" fmla="*/ 0 w 1462099"/>
                <a:gd name="connsiteY0" fmla="*/ 0 h 590174"/>
                <a:gd name="connsiteX1" fmla="*/ 1462099 w 1462099"/>
                <a:gd name="connsiteY1" fmla="*/ 0 h 590174"/>
                <a:gd name="connsiteX2" fmla="*/ 1462099 w 1462099"/>
                <a:gd name="connsiteY2" fmla="*/ 590174 h 590174"/>
                <a:gd name="connsiteX3" fmla="*/ 0 w 1462099"/>
                <a:gd name="connsiteY3" fmla="*/ 590174 h 590174"/>
                <a:gd name="connsiteX4" fmla="*/ 0 w 1462099"/>
                <a:gd name="connsiteY4" fmla="*/ 0 h 590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2099" h="590174">
                  <a:moveTo>
                    <a:pt x="0" y="0"/>
                  </a:moveTo>
                  <a:lnTo>
                    <a:pt x="1462099" y="0"/>
                  </a:lnTo>
                  <a:lnTo>
                    <a:pt x="1462099" y="590174"/>
                  </a:lnTo>
                  <a:lnTo>
                    <a:pt x="0" y="59017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71120" bIns="80010" numCol="1" spcCol="1270" anchor="t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Alivio de dor</a:t>
              </a:r>
            </a:p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pt-BR" sz="1600" kern="1200" dirty="0"/>
                <a:t>Qualidade de vida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66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8A864-BE6D-E66D-0E3C-D8518A911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</a:t>
            </a:r>
          </a:p>
        </p:txBody>
      </p:sp>
      <p:graphicFrame>
        <p:nvGraphicFramePr>
          <p:cNvPr id="12" name="Espaço Reservado para Conteúdo 11">
            <a:extLst>
              <a:ext uri="{FF2B5EF4-FFF2-40B4-BE49-F238E27FC236}">
                <a16:creationId xmlns:a16="http://schemas.microsoft.com/office/drawing/2014/main" id="{3B23170A-01F6-F17F-E456-5704521511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734460"/>
              </p:ext>
            </p:extLst>
          </p:nvPr>
        </p:nvGraphicFramePr>
        <p:xfrm>
          <a:off x="609600" y="1484784"/>
          <a:ext cx="8282880" cy="474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153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90568-31CF-206F-5828-29417703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F33F9BB-2CDF-8F46-FF9F-E0868A877B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5985729"/>
              </p:ext>
            </p:extLst>
          </p:nvPr>
        </p:nvGraphicFramePr>
        <p:xfrm>
          <a:off x="1943100" y="2133600"/>
          <a:ext cx="65913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817F422-D2FC-7836-008A-B2DB09D84073}"/>
              </a:ext>
            </a:extLst>
          </p:cNvPr>
          <p:cNvSpPr txBox="1"/>
          <p:nvPr/>
        </p:nvSpPr>
        <p:spPr>
          <a:xfrm>
            <a:off x="1943100" y="5085184"/>
            <a:ext cx="2196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dirty="0"/>
              <a:t>TECNOLOGIAS  </a:t>
            </a:r>
          </a:p>
          <a:p>
            <a:pPr lvl="0"/>
            <a:r>
              <a:rPr lang="pt-BR" dirty="0"/>
              <a:t>APARELHOS 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3F9779-7DF0-C3DE-5570-C05425AFF342}"/>
              </a:ext>
            </a:extLst>
          </p:cNvPr>
          <p:cNvSpPr txBox="1"/>
          <p:nvPr/>
        </p:nvSpPr>
        <p:spPr>
          <a:xfrm>
            <a:off x="4139952" y="5085184"/>
            <a:ext cx="2196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dirty="0"/>
              <a:t>BIOCOSMETICOS </a:t>
            </a:r>
          </a:p>
          <a:p>
            <a:pPr lvl="0"/>
            <a:r>
              <a:rPr lang="pt-BR" dirty="0"/>
              <a:t>PERMADORES: GLICOSFERAS, LIPOSSOMAS, NANOSFERAS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A2B443-4796-B876-02EB-62F4588B0A94}"/>
              </a:ext>
            </a:extLst>
          </p:cNvPr>
          <p:cNvSpPr txBox="1"/>
          <p:nvPr/>
        </p:nvSpPr>
        <p:spPr>
          <a:xfrm>
            <a:off x="6516216" y="4941168"/>
            <a:ext cx="201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dirty="0"/>
              <a:t>ANAMNESE </a:t>
            </a:r>
          </a:p>
          <a:p>
            <a:pPr lvl="0"/>
            <a:r>
              <a:rPr lang="pt-BR" dirty="0"/>
              <a:t>IDENTIFICAR REAL QUEIXA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553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0F339-361C-CB6F-456C-35FF138E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6FE239-BCED-CAA5-3048-19640CF97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ULTRASSOM</a:t>
            </a:r>
          </a:p>
          <a:p>
            <a:r>
              <a:rPr lang="pt-BR" sz="2000" dirty="0"/>
              <a:t>TERAPIAS COMBINADAS </a:t>
            </a:r>
          </a:p>
          <a:p>
            <a:r>
              <a:rPr lang="pt-BR" sz="2000" dirty="0"/>
              <a:t>ULTRACAVITAÇÃO </a:t>
            </a:r>
          </a:p>
          <a:p>
            <a:r>
              <a:rPr lang="pt-BR" sz="2000" dirty="0"/>
              <a:t>U.S FOCALIZADO</a:t>
            </a:r>
          </a:p>
          <a:p>
            <a:r>
              <a:rPr lang="pt-BR" sz="2000" dirty="0"/>
              <a:t>RADIOFREQUENCIA </a:t>
            </a:r>
          </a:p>
          <a:p>
            <a:r>
              <a:rPr lang="pt-BR" sz="2000" dirty="0"/>
              <a:t>ENDERMOTERAPIA/VACUO</a:t>
            </a:r>
          </a:p>
          <a:p>
            <a:r>
              <a:rPr lang="pt-BR" sz="2000" dirty="0"/>
              <a:t>CORRENTES EXCITOMOTORAS – TENS, FES, RUSSA, AUSSIE, MICROCORRENTES, MICROGALVANO.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64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1380F-2384-F7D0-DEF5-2ABD704B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ELETROTERAPIA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52CA08-95D5-3852-31E0-E38046566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FOTOTERAPIA </a:t>
            </a:r>
          </a:p>
          <a:p>
            <a:r>
              <a:rPr lang="pt-BR" dirty="0"/>
              <a:t>CRIOLIPOLISE DE SUCCÇÃO E PLACAS – TEORIA BASICA </a:t>
            </a:r>
          </a:p>
          <a:p>
            <a:r>
              <a:rPr lang="pt-BR" dirty="0"/>
              <a:t>TERAPIA VIBROSCILATORIA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6067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520D-E5E5-2C06-811B-D861AA7E4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>
            <a:extLst>
              <a:ext uri="{FF2B5EF4-FFF2-40B4-BE49-F238E27FC236}">
                <a16:creationId xmlns:a16="http://schemas.microsoft.com/office/drawing/2014/main" id="{68FCB02F-5053-B342-AF57-2D1475FB2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DA50BC0-7934-8EB4-3124-63BBDB6FC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728" y="3388745"/>
            <a:ext cx="7704856" cy="1364012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ULTRASSOM </a:t>
            </a:r>
            <a:br>
              <a:rPr lang="pt-BR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TERAPIA COMBINADA</a:t>
            </a:r>
            <a:br>
              <a:rPr lang="pt-BR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ULTRACAVITAÇÃO </a:t>
            </a:r>
            <a:br>
              <a:rPr lang="pt-BR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pt-BR" b="1" dirty="0">
                <a:solidFill>
                  <a:schemeClr val="bg2">
                    <a:lumMod val="25000"/>
                  </a:schemeClr>
                </a:solidFill>
              </a:rPr>
              <a:t>U.S FOCALIZADO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8212F7-368A-849A-29DF-A0276A3C7F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Disciplina: Eletroterapia</a:t>
            </a:r>
          </a:p>
          <a:p>
            <a:pPr algn="r"/>
            <a:r>
              <a:rPr lang="pt-BR" b="1" dirty="0" err="1">
                <a:solidFill>
                  <a:schemeClr val="bg1">
                    <a:lumMod val="50000"/>
                  </a:schemeClr>
                </a:solidFill>
              </a:rPr>
              <a:t>Prof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b="1" dirty="0" err="1">
                <a:solidFill>
                  <a:schemeClr val="bg1">
                    <a:lumMod val="50000"/>
                  </a:schemeClr>
                </a:solidFill>
              </a:rPr>
              <a:t>Esp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: Mariana Macedo Justi </a:t>
            </a:r>
          </a:p>
          <a:p>
            <a:pPr algn="r"/>
            <a:endParaRPr lang="pt-BR" b="1" dirty="0">
              <a:solidFill>
                <a:schemeClr val="bg1">
                  <a:lumMod val="50000"/>
                </a:schemeClr>
              </a:solidFill>
            </a:endParaRPr>
          </a:p>
          <a:p>
            <a:pPr algn="r"/>
            <a:endParaRPr lang="pt-BR" dirty="0">
              <a:solidFill>
                <a:schemeClr val="bg1">
                  <a:lumMod val="50000"/>
                </a:schemeClr>
              </a:solidFill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9400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Image result for ultrassom estetic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642918"/>
            <a:ext cx="5392718" cy="53927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E6812-5C18-4AD0-A907-B2CDADA8F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B35E03-9DFD-40A8-89D9-0721312FA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Ultrassom 3MHz - Velox - Tudo Belo Estética 0800 940 7149">
            <a:extLst>
              <a:ext uri="{FF2B5EF4-FFF2-40B4-BE49-F238E27FC236}">
                <a16:creationId xmlns:a16="http://schemas.microsoft.com/office/drawing/2014/main" id="{DFC9D61D-65CE-4097-9787-B917AC776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264555"/>
            <a:ext cx="5715000" cy="531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06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3010" name="Picture 2" descr="Image result for ultrassom estetic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929618" cy="50625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Heccus Turbo » Ultrassom » Ibramed: Estética e Reabilitação">
            <a:extLst>
              <a:ext uri="{FF2B5EF4-FFF2-40B4-BE49-F238E27FC236}">
                <a16:creationId xmlns:a16="http://schemas.microsoft.com/office/drawing/2014/main" id="{2811117C-F178-4142-A56A-C2776635C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381000"/>
            <a:ext cx="390525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C3A5C-FADA-4C00-96A9-47D4663C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1C0865-3E6F-488D-99D0-AB43B71F6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Aparelho De Eletroterapia Heccus Turbo Ibramed Profissional - R$ 10.344,55  em Mercado Livre">
            <a:extLst>
              <a:ext uri="{FF2B5EF4-FFF2-40B4-BE49-F238E27FC236}">
                <a16:creationId xmlns:a16="http://schemas.microsoft.com/office/drawing/2014/main" id="{D0FEC69E-4DE1-4EBB-BAF9-9B24D0793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72816"/>
            <a:ext cx="685800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690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B28C0-9B51-4EDA-A825-6E6A0408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22EB29-4A07-4948-A4A0-42EB9666A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Nos últimos anos, a tecnologia trouxe uma evolução muito grande para os tratamentos de beleza. Uma das grandes </a:t>
            </a:r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novidades foi o ultrassom estético, um aparelho capaz de fazer </a:t>
            </a:r>
            <a:r>
              <a:rPr lang="pt-BR" sz="2400" b="1" i="0" dirty="0" err="1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micromassagem</a:t>
            </a:r>
            <a:r>
              <a:rPr lang="pt-BR" sz="24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</a:t>
            </a:r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sobre a pele com uma frequência de movimentos maior que a velocidade do som.</a:t>
            </a:r>
          </a:p>
          <a:p>
            <a:pPr marL="0" indent="0" algn="just">
              <a:buNone/>
            </a:pPr>
            <a:endParaRPr lang="pt-BR" i="0" dirty="0">
              <a:solidFill>
                <a:srgbClr val="787878"/>
              </a:solidFill>
              <a:effectLst/>
              <a:latin typeface="Roboto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0925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DE460-9E82-48E3-826F-26B78F60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E06B92-66FE-D32C-276F-20257E360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O que é ultrassom? - Mundo Educação">
            <a:extLst>
              <a:ext uri="{FF2B5EF4-FFF2-40B4-BE49-F238E27FC236}">
                <a16:creationId xmlns:a16="http://schemas.microsoft.com/office/drawing/2014/main" id="{A43BC588-79AB-0264-4157-8250BE756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71" y="2133600"/>
            <a:ext cx="8732658" cy="28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772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F78DA-69D2-4AAA-813E-46C59C7D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37425B-7A87-4173-847E-2E0945845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pt-BR" sz="2000" dirty="0"/>
              <a:t>Atualmente, a energia ultrassônica é um dos recursos da eletroterapia mais utilizados na prática clínica do </a:t>
            </a:r>
            <a:r>
              <a:rPr lang="pt-BR" sz="2000" b="1" dirty="0"/>
              <a:t>fisioterapeuta</a:t>
            </a:r>
            <a:r>
              <a:rPr lang="pt-BR" sz="2000" dirty="0"/>
              <a:t> com os objetivos de diminuir a dor, atenuar os efeitos da inflamação e auxiliar na regeneração tecidual (BAKER et al., 2001).</a:t>
            </a:r>
          </a:p>
          <a:p>
            <a:pPr algn="just"/>
            <a:r>
              <a:rPr lang="pt-BR" sz="2000" dirty="0"/>
              <a:t>Após várias pesquisas e comprovações científicas, o ultrassom é também um recurso vastamente utilizado por profissionais da </a:t>
            </a:r>
            <a:r>
              <a:rPr lang="pt-BR" sz="2000" b="1" dirty="0"/>
              <a:t>área da estética </a:t>
            </a:r>
            <a:r>
              <a:rPr lang="pt-BR" sz="2000" dirty="0"/>
              <a:t>com o objetivo em tratar disfunções corporais.  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3027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C6684-0857-4B38-9CB7-3ECB8A6B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0153F2-4D06-4CC7-A545-862167329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pt-BR" sz="2000" dirty="0"/>
              <a:t>É definido como uma forma de onda acústica inaudível, cujas frequências para tratamento por meio de vibrações mecânicas por ondas </a:t>
            </a:r>
            <a:r>
              <a:rPr lang="pt-BR" sz="2000" b="1" dirty="0"/>
              <a:t>longitudinais</a:t>
            </a:r>
            <a:r>
              <a:rPr lang="pt-BR" sz="2000" dirty="0"/>
              <a:t>. (BORGES, 2010).</a:t>
            </a:r>
          </a:p>
          <a:p>
            <a:pPr algn="just" fontAlgn="base"/>
            <a:r>
              <a:rPr lang="pt-BR" sz="2000" dirty="0"/>
              <a:t>Estas vibrações acústicas podem gerar efeitos </a:t>
            </a:r>
            <a:r>
              <a:rPr lang="pt-BR" sz="2000" b="1" dirty="0"/>
              <a:t>fisiológicos térmicos </a:t>
            </a:r>
            <a:r>
              <a:rPr lang="pt-BR" sz="2000" dirty="0"/>
              <a:t>(exposição </a:t>
            </a:r>
            <a:r>
              <a:rPr lang="pt-BR" sz="2000" b="1" dirty="0"/>
              <a:t>contínua/compressão</a:t>
            </a:r>
            <a:r>
              <a:rPr lang="pt-BR" sz="2000" dirty="0"/>
              <a:t> à onda) e </a:t>
            </a:r>
            <a:r>
              <a:rPr lang="pt-BR" sz="2000" b="1" dirty="0"/>
              <a:t>não térmicos </a:t>
            </a:r>
            <a:r>
              <a:rPr lang="pt-BR" sz="2000" dirty="0"/>
              <a:t>(exposição à onda </a:t>
            </a:r>
            <a:r>
              <a:rPr lang="pt-BR" sz="2000" b="1" dirty="0"/>
              <a:t>pulsada/rarefação</a:t>
            </a:r>
            <a:r>
              <a:rPr lang="pt-BR" sz="2000" dirty="0"/>
              <a:t>) nos tecidos biológicos por meio de parâmetros que varia de 1 a 3 MHZ de </a:t>
            </a:r>
            <a:r>
              <a:rPr lang="pt-BR" sz="2000" b="1" dirty="0"/>
              <a:t>frequência</a:t>
            </a:r>
            <a:r>
              <a:rPr lang="pt-BR" sz="20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093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Atualmente, existem </a:t>
            </a:r>
            <a:r>
              <a:rPr lang="pt-BR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vários tipos </a:t>
            </a:r>
            <a:r>
              <a:rPr lang="pt-BR" sz="20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de ultrassons, </a:t>
            </a:r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com varias</a:t>
            </a:r>
            <a:r>
              <a:rPr lang="pt-BR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</a:t>
            </a:r>
            <a:r>
              <a:rPr lang="pt-BR" sz="20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frequências e modalidades terapêuticas. </a:t>
            </a:r>
          </a:p>
          <a:p>
            <a:pPr algn="just"/>
            <a:r>
              <a:rPr lang="pt-BR" sz="2000" dirty="0"/>
              <a:t>O US de 1.0 MHZ é usado em estruturas mais profundas podendo dispersar sua onda mecânica até chegar em músculos e tendões, pois ele é </a:t>
            </a:r>
            <a:r>
              <a:rPr lang="pt-BR" sz="2000" b="1" dirty="0"/>
              <a:t>pouco </a:t>
            </a:r>
            <a:r>
              <a:rPr lang="pt-BR" sz="2000" dirty="0"/>
              <a:t>absorvido em estruturas superficiais e tem seu uso mais para fisioterapeutas ou educadores físicos.</a:t>
            </a:r>
          </a:p>
          <a:p>
            <a:pPr algn="just"/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Já na </a:t>
            </a:r>
            <a:r>
              <a:rPr lang="pt-BR" sz="20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estética</a:t>
            </a:r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é</a:t>
            </a:r>
            <a:r>
              <a:rPr lang="pt-BR" sz="20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utilizado o US de 3 MHZ (alta frequência) para camadas mais </a:t>
            </a:r>
            <a:r>
              <a:rPr lang="pt-BR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superficiais</a:t>
            </a:r>
            <a:r>
              <a:rPr lang="pt-BR" sz="20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(gordura) destinado a profissionais da beleza.</a:t>
            </a:r>
            <a:endParaRPr lang="pt-BR" sz="20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AC9BA-B6A8-F447-7337-2B3F59B51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1010FC-0C98-C366-6F0D-5617D6A6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Hoje se tem vários outros tipos de ultrassom, que são de 5Mhz, 650Khz, 80Khz, 40 </a:t>
            </a:r>
            <a:r>
              <a:rPr lang="pt-BR" sz="2400" dirty="0" err="1"/>
              <a:t>Khz</a:t>
            </a:r>
            <a:r>
              <a:rPr lang="pt-BR" sz="2400" dirty="0"/>
              <a:t>, micro e </a:t>
            </a:r>
            <a:r>
              <a:rPr lang="pt-BR" sz="2400" dirty="0" err="1"/>
              <a:t>macrofocado</a:t>
            </a:r>
            <a:r>
              <a:rPr lang="pt-BR" sz="2400" dirty="0"/>
              <a:t>, alguns com terapias combinadas, ou ate mesmo gabinetes integrados com outras tecnologias. </a:t>
            </a:r>
          </a:p>
        </p:txBody>
      </p:sp>
    </p:spTree>
    <p:extLst>
      <p:ext uri="{BB962C8B-B14F-4D97-AF65-F5344CB8AC3E}">
        <p14:creationId xmlns:p14="http://schemas.microsoft.com/office/powerpoint/2010/main" val="191190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D0D54-35E2-421C-8117-81A2FF129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297B8C-09E6-4D36-9985-32A8DC9DF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000" dirty="0"/>
              <a:t>Quanto </a:t>
            </a:r>
            <a:r>
              <a:rPr lang="pt-BR" sz="2000" b="1" dirty="0"/>
              <a:t>menor</a:t>
            </a:r>
            <a:r>
              <a:rPr lang="pt-BR" sz="2000" dirty="0"/>
              <a:t> for a frequência 1 MHZ, 650Khz, 80Khz, 40Khz </a:t>
            </a:r>
            <a:r>
              <a:rPr lang="pt-BR" sz="2000" b="1" dirty="0"/>
              <a:t>maior</a:t>
            </a:r>
            <a:r>
              <a:rPr lang="pt-BR" sz="2000" dirty="0"/>
              <a:t> absorção, mais profundo vai.</a:t>
            </a:r>
          </a:p>
          <a:p>
            <a:pPr algn="just"/>
            <a:r>
              <a:rPr lang="pt-BR" sz="2000" dirty="0"/>
              <a:t>Quanto </a:t>
            </a:r>
            <a:r>
              <a:rPr lang="pt-BR" sz="2000" b="1" dirty="0"/>
              <a:t>maior</a:t>
            </a:r>
            <a:r>
              <a:rPr lang="pt-BR" sz="2000" dirty="0"/>
              <a:t> a frequência 5 E 3 MHZ </a:t>
            </a:r>
            <a:r>
              <a:rPr lang="pt-BR" sz="2000" b="1" dirty="0"/>
              <a:t>menos</a:t>
            </a:r>
            <a:r>
              <a:rPr lang="pt-BR" sz="2000" dirty="0"/>
              <a:t> a absorção, mais superficial vai.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D46ED1D-FC3B-4D55-0D0C-78FAFCC81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717032"/>
            <a:ext cx="5724640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1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3355F5-76DF-4DEA-A549-7A6C80EEF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C82892-E065-4D74-8FE9-A5FE55E65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098" name="Picture 2" descr="Ensino em Fisioterapia - Compartilhando Conhecimento: ULTRASSOM  TERAPÊUTICO: ASPECTOS IMPORTANTES">
            <a:extLst>
              <a:ext uri="{FF2B5EF4-FFF2-40B4-BE49-F238E27FC236}">
                <a16:creationId xmlns:a16="http://schemas.microsoft.com/office/drawing/2014/main" id="{D216388D-DA77-42B3-BFF2-C52AEF97B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9144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875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5058" name="Picture 2" descr="Image result for ultrassom estetic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2415" y="2133600"/>
            <a:ext cx="6072230" cy="42148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As ondas sonoras atravessam a pele até o interior do organismo, utilizando um </a:t>
            </a:r>
            <a:r>
              <a:rPr lang="pt-BR" sz="20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gel</a:t>
            </a:r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aplicado sobre a pele e em contato com a manopla do aparelho irá conduzir as ondas ultrassônicas até o tecido desejado.</a:t>
            </a:r>
            <a:endParaRPr lang="pt-BR" sz="2000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  <a:p>
            <a:pPr algn="just"/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No US o gel é o maior condutor de energia de US na</a:t>
            </a:r>
            <a:r>
              <a:rPr lang="pt-BR" sz="20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 camadas da derme e da epiderme, onde vibram intensamente </a:t>
            </a:r>
            <a:r>
              <a:rPr lang="pt-BR" sz="20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provocando os efeitos desejados para </a:t>
            </a:r>
            <a:r>
              <a:rPr lang="pt-BR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melhorar o fluxo sanguíneo</a:t>
            </a:r>
            <a:r>
              <a:rPr lang="pt-BR" sz="20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e </a:t>
            </a:r>
            <a:r>
              <a:rPr lang="pt-BR" sz="20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desestruturar </a:t>
            </a:r>
            <a:r>
              <a:rPr lang="pt-BR" sz="20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as células </a:t>
            </a:r>
            <a:r>
              <a:rPr lang="pt-BR" sz="2000" b="1" dirty="0" err="1">
                <a:solidFill>
                  <a:schemeClr val="bg2">
                    <a:lumMod val="25000"/>
                  </a:schemeClr>
                </a:solidFill>
                <a:latin typeface="+mj-lt"/>
              </a:rPr>
              <a:t>adipócitas</a:t>
            </a:r>
            <a:r>
              <a:rPr lang="pt-BR" sz="20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</a:t>
            </a:r>
            <a:r>
              <a:rPr lang="pt-BR" sz="20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na região a ser tratada.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É um aparelho extensivamente utilizado e combinado com outras modalidades de tratamento de lesões de tecidos moles. </a:t>
            </a:r>
          </a:p>
          <a:p>
            <a:pPr algn="just"/>
            <a:r>
              <a:rPr lang="pt-BR" sz="2400" dirty="0"/>
              <a:t>É comprovado que o US possui um efeito benéfico na redução da dor e estados inflamatórios aumentando a mobilidade funcional e reduzindo o tempo de recuperação.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5CC8C-983E-D07C-9995-10439E0B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4615F7-30AE-7CF8-BDBD-719AFFEE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INDICAÇÕES:</a:t>
            </a:r>
          </a:p>
          <a:p>
            <a:r>
              <a:rPr lang="pt-BR" sz="2000" dirty="0"/>
              <a:t>Dor </a:t>
            </a:r>
          </a:p>
          <a:p>
            <a:r>
              <a:rPr lang="pt-BR" sz="2000" dirty="0"/>
              <a:t>Edema</a:t>
            </a:r>
          </a:p>
          <a:p>
            <a:r>
              <a:rPr lang="pt-BR" sz="2000" dirty="0"/>
              <a:t>Gordura localizada - Lipodistrofia</a:t>
            </a:r>
          </a:p>
          <a:p>
            <a:r>
              <a:rPr lang="pt-BR" sz="2000" dirty="0"/>
              <a:t>Celulite – FEG</a:t>
            </a:r>
          </a:p>
          <a:p>
            <a:r>
              <a:rPr lang="pt-BR" sz="2000" dirty="0"/>
              <a:t>Fibrose </a:t>
            </a:r>
          </a:p>
          <a:p>
            <a:r>
              <a:rPr lang="pt-BR" sz="2000" dirty="0" err="1"/>
              <a:t>Lipedema</a:t>
            </a:r>
            <a:r>
              <a:rPr lang="pt-BR" sz="2000" dirty="0"/>
              <a:t> </a:t>
            </a:r>
          </a:p>
          <a:p>
            <a:r>
              <a:rPr lang="pt-BR" sz="2000" dirty="0"/>
              <a:t>Processos inflamatórios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564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241B3-147A-C304-587B-543402ED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7AA4BE-F575-CE55-CC9A-1DE33F8A1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00290"/>
          </a:xfrm>
        </p:spPr>
        <p:txBody>
          <a:bodyPr>
            <a:normAutofit/>
          </a:bodyPr>
          <a:lstStyle/>
          <a:p>
            <a:r>
              <a:rPr lang="pt-BR" sz="2000" dirty="0"/>
              <a:t>BENEFICIOS: </a:t>
            </a:r>
          </a:p>
          <a:p>
            <a:r>
              <a:rPr lang="pt-BR" sz="2000" dirty="0"/>
              <a:t>Redução da dor</a:t>
            </a:r>
          </a:p>
          <a:p>
            <a:r>
              <a:rPr lang="pt-BR" sz="2000" dirty="0"/>
              <a:t>Aumento de colágeno </a:t>
            </a:r>
          </a:p>
          <a:p>
            <a:r>
              <a:rPr lang="pt-BR" sz="2000" dirty="0"/>
              <a:t>Melhora na cicatrização </a:t>
            </a:r>
          </a:p>
          <a:p>
            <a:r>
              <a:rPr lang="pt-BR" sz="2000" dirty="0"/>
              <a:t>Melhora na circulação</a:t>
            </a:r>
          </a:p>
          <a:p>
            <a:r>
              <a:rPr lang="pt-BR" sz="2000" dirty="0"/>
              <a:t>Redução de edema </a:t>
            </a:r>
          </a:p>
          <a:p>
            <a:r>
              <a:rPr lang="pt-BR" sz="2000" dirty="0"/>
              <a:t>Nutrição tecidual </a:t>
            </a:r>
          </a:p>
          <a:p>
            <a:r>
              <a:rPr lang="pt-BR" sz="2000" dirty="0"/>
              <a:t>Aumento de flexibilidade no tecido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8585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9E057-6F46-A30F-C897-F77F00612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F52371-3985-D5E6-0A36-CE8D1F5D6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EFEITOS METABOLICOS DO AQUECIMENTO DO ULTRASSOM:</a:t>
            </a:r>
          </a:p>
          <a:p>
            <a:r>
              <a:rPr lang="pt-BR" sz="2000" dirty="0"/>
              <a:t>Aumento da atividade celular e metabólica </a:t>
            </a:r>
          </a:p>
          <a:p>
            <a:r>
              <a:rPr lang="pt-BR" sz="2000" dirty="0"/>
              <a:t>Aumento do fluxo sanguíneo + oxigênio </a:t>
            </a:r>
          </a:p>
          <a:p>
            <a:r>
              <a:rPr lang="pt-BR" sz="2000" dirty="0"/>
              <a:t>Baixa do processo de rigidez – fibrose </a:t>
            </a:r>
          </a:p>
          <a:p>
            <a:r>
              <a:rPr lang="pt-BR" sz="2000" dirty="0"/>
              <a:t>Baixa de espasmos musculares</a:t>
            </a:r>
          </a:p>
          <a:p>
            <a:r>
              <a:rPr lang="pt-BR" sz="2000" dirty="0"/>
              <a:t>(KITCHEN, 2003). </a:t>
            </a:r>
          </a:p>
        </p:txBody>
      </p:sp>
    </p:spTree>
    <p:extLst>
      <p:ext uri="{BB962C8B-B14F-4D97-AF65-F5344CB8AC3E}">
        <p14:creationId xmlns:p14="http://schemas.microsoft.com/office/powerpoint/2010/main" val="3858776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42415" y="1932795"/>
            <a:ext cx="6591985" cy="455310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No aparelho de US existem </a:t>
            </a:r>
            <a:r>
              <a:rPr lang="pt-BR" sz="38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dois tipos de ondas </a:t>
            </a:r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ultrassônicas que podem serem absorvida na pele: </a:t>
            </a:r>
          </a:p>
          <a:p>
            <a:pPr algn="just"/>
            <a:r>
              <a:rPr lang="pt-BR" sz="38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Ondas Contínuas: </a:t>
            </a:r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Com ondas concentradas chamadas de </a:t>
            </a:r>
            <a:r>
              <a:rPr lang="pt-BR" sz="38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compressão</a:t>
            </a:r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e fazem efeito </a:t>
            </a:r>
            <a:r>
              <a:rPr lang="pt-BR" sz="38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térmico</a:t>
            </a:r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.</a:t>
            </a:r>
          </a:p>
          <a:p>
            <a:pPr algn="just"/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P</a:t>
            </a:r>
            <a:r>
              <a:rPr lang="pt-BR" sz="38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romove hiperemia pelo efeito térmico graças ao aumento da circulação sanguínea na zona tratada. </a:t>
            </a:r>
            <a:r>
              <a:rPr lang="pt-BR" sz="38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O</a:t>
            </a:r>
            <a:r>
              <a:rPr lang="pt-BR" sz="38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corre também um aumento de permeabilidade das membranas, estimulando a circulação intracelular e  reabsorção de edemas, desta forma torna-se um poderoso aliado no combate da </a:t>
            </a:r>
            <a:r>
              <a:rPr lang="pt-BR" sz="38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FEG, fibroses e LDL</a:t>
            </a:r>
            <a:r>
              <a:rPr lang="pt-BR" sz="26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.</a:t>
            </a:r>
            <a:br>
              <a:rPr lang="pt-BR" sz="26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</a:br>
            <a:endParaRPr lang="pt-BR" sz="26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F299F-D3F9-46DA-A780-276E10D2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474978-EC05-4B44-8C44-E145AD88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Ondas Pulsadas: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Com ondas mais dispersas chamadas de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rarefação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e seu efeito é </a:t>
            </a:r>
            <a:r>
              <a:rPr lang="pt-BR" sz="2400" b="1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atérmico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. </a:t>
            </a:r>
          </a:p>
          <a:p>
            <a:pPr algn="just"/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Os efeitos não térmicos incluem a estimulação da regeneração dos tecidos moles, mudanças no metabolismo das células diminuindo o edema e por não gerar calor trata das disfunções já inflamadas.  </a:t>
            </a:r>
          </a:p>
          <a:p>
            <a:endParaRPr lang="pt-BR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58365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400" dirty="0"/>
              <a:t>Precisa-se ter o conhecimento sobre as questões físicas do US, pois será de muita importância na hora de por em prática nos tratamentos. As duas principais são:</a:t>
            </a:r>
          </a:p>
          <a:p>
            <a:pPr algn="just"/>
            <a:r>
              <a:rPr lang="pt-BR" sz="2400" b="1" dirty="0"/>
              <a:t>Atenuação: </a:t>
            </a:r>
            <a:r>
              <a:rPr lang="pt-BR" sz="2400" dirty="0"/>
              <a:t>É a perda de energia pelo feixe de ondas ultrassônicas nos tecidos.</a:t>
            </a:r>
          </a:p>
          <a:p>
            <a:pPr algn="just"/>
            <a:r>
              <a:rPr lang="pt-BR" sz="2400" b="1" dirty="0"/>
              <a:t>Cavitação: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É</a:t>
            </a:r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quando uma energia ultrassônica penetra no tecido. Essa penetração</a:t>
            </a:r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varia de acordo com a frequência e a intensidade de energia aplicada na pele.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AFF5F-A642-438F-A991-B0163CF1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58AAD3-496E-471F-A874-3F007738D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688" y="1894263"/>
            <a:ext cx="6591985" cy="3777622"/>
          </a:xfrm>
        </p:spPr>
        <p:txBody>
          <a:bodyPr>
            <a:noAutofit/>
          </a:bodyPr>
          <a:lstStyle/>
          <a:p>
            <a:pPr algn="just"/>
            <a:r>
              <a:rPr lang="pt-BR" sz="2000" dirty="0">
                <a:ea typeface="Roboto" panose="02000000000000000000" pitchFamily="2" charset="0"/>
              </a:rPr>
              <a:t>Na cavitação existem duas maneiras de absorção das ondas US, a cavitação Estável e a Instável.  </a:t>
            </a:r>
          </a:p>
          <a:p>
            <a:pPr algn="just"/>
            <a:r>
              <a:rPr lang="pt-BR" sz="2000" b="0" i="0" dirty="0">
                <a:solidFill>
                  <a:srgbClr val="444547"/>
                </a:solidFill>
                <a:effectLst/>
              </a:rPr>
              <a:t>A </a:t>
            </a:r>
            <a:r>
              <a:rPr lang="pt-BR" sz="2000" b="1" i="0" dirty="0">
                <a:solidFill>
                  <a:srgbClr val="444547"/>
                </a:solidFill>
                <a:effectLst/>
              </a:rPr>
              <a:t>cavitação estável</a:t>
            </a:r>
            <a:r>
              <a:rPr lang="pt-BR" sz="2000" b="0" i="0" dirty="0">
                <a:solidFill>
                  <a:srgbClr val="444547"/>
                </a:solidFill>
                <a:effectLst/>
              </a:rPr>
              <a:t> faz o processo de lipólise porque as bolhas de gás são capazes de </a:t>
            </a:r>
            <a:r>
              <a:rPr lang="pt-BR" sz="2000" b="1" i="0" dirty="0">
                <a:solidFill>
                  <a:srgbClr val="444547"/>
                </a:solidFill>
                <a:effectLst/>
              </a:rPr>
              <a:t>estimular a liberação de hormônios adrenalina e noradrenalina</a:t>
            </a:r>
            <a:r>
              <a:rPr lang="pt-BR" sz="2000" b="0" i="0" dirty="0">
                <a:solidFill>
                  <a:srgbClr val="444547"/>
                </a:solidFill>
                <a:effectLst/>
              </a:rPr>
              <a:t> que se ligam nos receptores da membrana do adipócito e iniciam uma cascata de reações químicas que faz com que o triglicerídeo saia do adipócito e se quebre em glicerol e ácido graxo.</a:t>
            </a:r>
            <a:endParaRPr lang="pt-BR" sz="2000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414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8BFDE-914C-7898-3E5D-CDF352A4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6034E5-22DC-829F-2432-A3C49C38F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>
                <a:solidFill>
                  <a:srgbClr val="444547"/>
                </a:solidFill>
                <a:ea typeface="Roboto" panose="02000000000000000000" pitchFamily="2" charset="0"/>
              </a:rPr>
              <a:t>A </a:t>
            </a:r>
            <a:r>
              <a:rPr lang="pt-BR" sz="2400" b="1" dirty="0">
                <a:solidFill>
                  <a:srgbClr val="444547"/>
                </a:solidFill>
                <a:ea typeface="Roboto" panose="02000000000000000000" pitchFamily="2" charset="0"/>
              </a:rPr>
              <a:t>cavitação instável</a:t>
            </a:r>
            <a:r>
              <a:rPr lang="pt-BR" sz="2400" dirty="0">
                <a:solidFill>
                  <a:srgbClr val="444547"/>
                </a:solidFill>
                <a:ea typeface="Roboto" panose="02000000000000000000" pitchFamily="2" charset="0"/>
              </a:rPr>
              <a:t> faz o processo de lipólise por consequência do </a:t>
            </a:r>
            <a:r>
              <a:rPr lang="pt-BR" sz="2400" b="1" dirty="0">
                <a:solidFill>
                  <a:srgbClr val="444547"/>
                </a:solidFill>
                <a:ea typeface="Roboto" panose="02000000000000000000" pitchFamily="2" charset="0"/>
              </a:rPr>
              <a:t>rompimento da membrana do adipócito </a:t>
            </a:r>
            <a:r>
              <a:rPr lang="pt-BR" sz="2400" dirty="0">
                <a:solidFill>
                  <a:srgbClr val="444547"/>
                </a:solidFill>
                <a:ea typeface="Roboto" panose="02000000000000000000" pitchFamily="2" charset="0"/>
              </a:rPr>
              <a:t>através da implosão das bolhas gasosas do interstício. Quando a membrana se rompe, o triglicerídeo sai da célula e se divide em moléculas de glicerol e ácido graxo.</a:t>
            </a:r>
            <a:br>
              <a:rPr lang="pt-BR" sz="2400" dirty="0">
                <a:ea typeface="Roboto" panose="02000000000000000000" pitchFamily="2" charset="0"/>
              </a:rPr>
            </a:br>
            <a:endParaRPr lang="pt-BR" sz="2400" dirty="0">
              <a:solidFill>
                <a:schemeClr val="bg2">
                  <a:lumMod val="25000"/>
                </a:schemeClr>
              </a:solidFill>
              <a:ea typeface="Roboto" panose="02000000000000000000" pitchFamily="2" charset="0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7013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28E31-1D60-445F-BB51-325BA14A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7E47DB-0EEA-49F8-BD00-DBB685C49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AutoShape 2" descr="Ultracavitação Com O Ondas De Choque: Conheça O Poder Dessa Combinação">
            <a:extLst>
              <a:ext uri="{FF2B5EF4-FFF2-40B4-BE49-F238E27FC236}">
                <a16:creationId xmlns:a16="http://schemas.microsoft.com/office/drawing/2014/main" id="{B6115DBC-B793-42DF-8349-856E916AF8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42C6D8-2A60-60B9-E1FD-90890F9D6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576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24FBB-2E28-ABD9-95D9-2B0543B4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424D7E-7BE7-BA96-264A-B4AC71237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Cada ultrassom contem um transdutor, um dispositivo que conecta energia eletromagnética em energia mecânica, o tamanho do transdutor é conhecido como ERA. O tamanho da ERA influencia no tempo de aplicação dos procedimentos, quanto menos a ERA, maior o tempo de aplicação. O tamanho da ERA é informado pelo fabricante. </a:t>
            </a:r>
          </a:p>
        </p:txBody>
      </p:sp>
    </p:spTree>
    <p:extLst>
      <p:ext uri="{BB962C8B-B14F-4D97-AF65-F5344CB8AC3E}">
        <p14:creationId xmlns:p14="http://schemas.microsoft.com/office/powerpoint/2010/main" val="4253125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3609" y="624110"/>
            <a:ext cx="7490792" cy="1280890"/>
          </a:xfrm>
        </p:spPr>
        <p:txBody>
          <a:bodyPr/>
          <a:lstStyle/>
          <a:p>
            <a:pPr algn="ctr"/>
            <a:r>
              <a:rPr lang="pt-BR" dirty="0"/>
              <a:t>ERA = MANOPLA= CABEÇOTE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43609" y="2133600"/>
            <a:ext cx="7490792" cy="4319736"/>
          </a:xfrm>
        </p:spPr>
        <p:txBody>
          <a:bodyPr/>
          <a:lstStyle/>
          <a:p>
            <a:endParaRPr lang="pt-BR" b="1" dirty="0"/>
          </a:p>
          <a:p>
            <a:pPr algn="just"/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</a:rPr>
              <a:t>Uma importante propriedade do ultrassom é a</a:t>
            </a:r>
            <a:r>
              <a:rPr lang="pt-BR" sz="2400" b="1" i="0" dirty="0">
                <a:solidFill>
                  <a:schemeClr val="bg2">
                    <a:lumMod val="25000"/>
                  </a:schemeClr>
                </a:solidFill>
                <a:effectLst/>
              </a:rPr>
              <a:t> ERA</a:t>
            </a:r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</a:rPr>
              <a:t>(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</a:rPr>
              <a:t>Área de Radiação Efetiva) mais conhecida como manopla.</a:t>
            </a:r>
            <a:endParaRPr lang="pt-BR" sz="2400" i="0" dirty="0">
              <a:solidFill>
                <a:schemeClr val="bg2">
                  <a:lumMod val="25000"/>
                </a:schemeClr>
              </a:solidFill>
              <a:effectLst/>
            </a:endParaRPr>
          </a:p>
          <a:p>
            <a:pPr algn="just"/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</a:rPr>
              <a:t> A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</a:rPr>
              <a:t>ERA </a:t>
            </a:r>
            <a:r>
              <a:rPr lang="pt-BR" sz="2400" i="0" dirty="0">
                <a:solidFill>
                  <a:schemeClr val="bg2">
                    <a:lumMod val="25000"/>
                  </a:schemeClr>
                </a:solidFill>
                <a:effectLst/>
              </a:rPr>
              <a:t>corresponde a emissão das ondas sonoras. Dentro dela contém o cristal piezoelétrico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</a:rPr>
              <a:t>capaz emitir e produzir efeitos mecânicos e terapêuticos do US.</a:t>
            </a:r>
          </a:p>
          <a:p>
            <a:endParaRPr lang="pt-BR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  <p:sp>
        <p:nvSpPr>
          <p:cNvPr id="57346" name="AutoShape 2" descr="Image result for ultrassom estetic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9394" name="Picture 2" descr="Image result for era de Ultrasso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3048000"/>
            <a:ext cx="3167090" cy="3810000"/>
          </a:xfrm>
          <a:prstGeom prst="rect">
            <a:avLst/>
          </a:prstGeom>
          <a:noFill/>
        </p:spPr>
      </p:pic>
      <p:pic>
        <p:nvPicPr>
          <p:cNvPr id="59396" name="Picture 4" descr="Image result for era do velox de Ultrasso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500042"/>
            <a:ext cx="4572000" cy="4572000"/>
          </a:xfrm>
          <a:prstGeom prst="rect">
            <a:avLst/>
          </a:prstGeom>
          <a:noFill/>
        </p:spPr>
      </p:pic>
      <p:pic>
        <p:nvPicPr>
          <p:cNvPr id="59398" name="Picture 6" descr="Image result for era de Ultrassom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67500" y="0"/>
            <a:ext cx="2476500" cy="3067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1846E-CA42-4A00-B45B-514F2987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E5036A-1CC6-4B12-B7D4-16FBCAD13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fontAlgn="base"/>
            <a:r>
              <a:rPr lang="pt-BR" sz="2400" i="0" dirty="0">
                <a:solidFill>
                  <a:srgbClr val="3E464F"/>
                </a:solidFill>
                <a:effectLst/>
              </a:rPr>
              <a:t>O tempo de aplicação é calculado da seguinte forma:</a:t>
            </a:r>
          </a:p>
          <a:p>
            <a:pPr algn="just" fontAlgn="base"/>
            <a:r>
              <a:rPr lang="pt-BR" sz="2400" b="1" i="0" dirty="0">
                <a:solidFill>
                  <a:srgbClr val="3E464F"/>
                </a:solidFill>
                <a:effectLst/>
              </a:rPr>
              <a:t>Tempo = Área / ERA</a:t>
            </a:r>
          </a:p>
          <a:p>
            <a:pPr algn="just" fontAlgn="base"/>
            <a:r>
              <a:rPr lang="pt-BR" sz="2400" i="0" dirty="0">
                <a:solidFill>
                  <a:srgbClr val="3E464F"/>
                </a:solidFill>
                <a:effectLst/>
              </a:rPr>
              <a:t>Por exemplo: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</a:rPr>
              <a:t>Largura= 5 cm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</a:rPr>
              <a:t>Comprimento = 8 cm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</a:rPr>
              <a:t>Então a área é igual a 40 cm².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</a:rPr>
              <a:t>ERA = 4cm²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pt-BR" sz="2400" i="0" dirty="0">
                <a:solidFill>
                  <a:srgbClr val="000000"/>
                </a:solidFill>
                <a:effectLst/>
              </a:rPr>
              <a:t>O tempo é de 40 minutos, então 40/4 = </a:t>
            </a:r>
            <a:r>
              <a:rPr lang="pt-BR" sz="2400" i="1" dirty="0">
                <a:solidFill>
                  <a:srgbClr val="000000"/>
                </a:solidFill>
                <a:effectLst/>
              </a:rPr>
              <a:t>10 minutos de aplicação</a:t>
            </a:r>
            <a:endParaRPr lang="pt-BR" sz="2400" i="0" dirty="0">
              <a:solidFill>
                <a:srgbClr val="000000"/>
              </a:solidFill>
              <a:effectLst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32525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5DAD1-A37B-4E05-ADB1-EE4AA0C02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671028-7B74-49CE-8A55-285350DDF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sz="2400" dirty="0"/>
              <a:t>O gel é um aliado indispensável para conduzir as ondas US para dentro de um tecido.</a:t>
            </a:r>
          </a:p>
          <a:p>
            <a:pPr algn="just"/>
            <a:r>
              <a:rPr lang="pt-BR" sz="2400" dirty="0"/>
              <a:t>Uma camada bem espessa é fundamental para não haver prejuízos na pele ali tratada. </a:t>
            </a:r>
          </a:p>
          <a:p>
            <a:pPr algn="just"/>
            <a:r>
              <a:rPr lang="pt-BR" sz="2400" dirty="0"/>
              <a:t>Quanto menos bolhas tiver no gel condutor, menos atenuação será realizada. Para estabelecer a intensidade deve-se relacionar o tempo com a área a ser tratada e intensidade com profundidade. </a:t>
            </a:r>
          </a:p>
          <a:p>
            <a:pPr algn="just"/>
            <a:r>
              <a:rPr lang="pt-BR" sz="2400" dirty="0"/>
              <a:t>Manter o cabeçote em constante movimento.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195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BR" sz="2400" dirty="0"/>
              <a:t>Na Estética, a maioria dos protocolos envolvendo tratamento para a celulite emprega intensidades ajustadas ao aparelho. </a:t>
            </a:r>
          </a:p>
          <a:p>
            <a:pPr algn="just"/>
            <a:r>
              <a:rPr lang="pt-BR" sz="2400" dirty="0"/>
              <a:t>Em qualquer caso, o paciente não pode sentir sensações desagradáveis ou dolorosas. Se por conseqüência do tratamento aparecer dor de cabeça, desmaios, fadiga, a terapia posterior deve ser administrada por uma dose mais baixa ou até interromper a sessão.</a:t>
            </a: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F5BF7-269C-8A04-CA97-09D932D0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4A336-5221-365D-CA63-66B86642D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196752"/>
            <a:ext cx="6591985" cy="5832648"/>
          </a:xfrm>
        </p:spPr>
        <p:txBody>
          <a:bodyPr>
            <a:normAutofit/>
          </a:bodyPr>
          <a:lstStyle/>
          <a:p>
            <a:endParaRPr lang="pt-BR" dirty="0"/>
          </a:p>
          <a:p>
            <a:endParaRPr lang="pt-BR" dirty="0"/>
          </a:p>
          <a:p>
            <a:pPr algn="just"/>
            <a:r>
              <a:rPr lang="pt-BR" sz="2400" dirty="0"/>
              <a:t>A capacidade de absorção dos tecidos é um importante fator para que a energia aplicada resulte em um efeito terapêutico. </a:t>
            </a:r>
            <a:r>
              <a:rPr lang="pt-BR" sz="2400" b="1" dirty="0"/>
              <a:t>Os tecidos com maior quantidade proteica irão absorver melhor as ondas do que aqueles com alto teor de agua, sangue e gordura, com isso os tecidos foram classificados de acordo com o coeficiente de absorção acústica, onde os melhores absorventes são os tecidos com alto conteúdo colágeno</a:t>
            </a:r>
            <a:r>
              <a:rPr lang="pt-BR" sz="2400" dirty="0"/>
              <a:t> (WATSON, 2008).</a:t>
            </a:r>
          </a:p>
        </p:txBody>
      </p:sp>
    </p:spTree>
    <p:extLst>
      <p:ext uri="{BB962C8B-B14F-4D97-AF65-F5344CB8AC3E}">
        <p14:creationId xmlns:p14="http://schemas.microsoft.com/office/powerpoint/2010/main" val="3904594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CDAA1-3AB1-20CD-F979-1CAD08F1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2EB651-A019-43E6-333D-E415BE79F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000" dirty="0"/>
              <a:t>1. EFEITO MECANICO: </a:t>
            </a:r>
          </a:p>
          <a:p>
            <a:pPr algn="just"/>
            <a:r>
              <a:rPr lang="pt-BR" sz="2000" dirty="0"/>
              <a:t>Quando ligamos o aparelho – compressão e expansão, o que chamamos de </a:t>
            </a:r>
            <a:r>
              <a:rPr lang="pt-BR" sz="2000" dirty="0" err="1"/>
              <a:t>micromassagem</a:t>
            </a:r>
            <a:r>
              <a:rPr lang="pt-BR" sz="2000" dirty="0"/>
              <a:t>. São energias muito baixas, entre 0,1 e 0,3 Wcm2. </a:t>
            </a:r>
          </a:p>
          <a:p>
            <a:pPr marL="0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2. EFEITO TERMICO: </a:t>
            </a:r>
          </a:p>
          <a:p>
            <a:pPr algn="just"/>
            <a:r>
              <a:rPr lang="pt-BR" sz="2000" dirty="0"/>
              <a:t>Depende do aumento da onda mecânica e da intensidade da energia , as temperaturas varia de marca e modelo.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434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7F516-3237-B3A1-A9C2-B278D4A57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058DF-316F-D66D-9D63-0B55C8C89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000" dirty="0"/>
              <a:t>3. EFEITO CAVITACIONAL: </a:t>
            </a:r>
          </a:p>
          <a:p>
            <a:pPr algn="just"/>
            <a:r>
              <a:rPr lang="pt-BR" sz="2000" dirty="0"/>
              <a:t>Intensidade alta em modo pulsado, efeito mecânico baixo (pulsado), com um efeito de intensidade mediana com geração de microbolhas. </a:t>
            </a:r>
          </a:p>
          <a:p>
            <a:pPr algn="just"/>
            <a:r>
              <a:rPr lang="pt-BR" sz="2000" dirty="0"/>
              <a:t>4. CAVITAÇÃO ESTAVEL: </a:t>
            </a:r>
          </a:p>
          <a:p>
            <a:pPr algn="just"/>
            <a:r>
              <a:rPr lang="pt-BR" sz="2000" dirty="0"/>
              <a:t>Usa o efeito </a:t>
            </a:r>
            <a:r>
              <a:rPr lang="pt-BR" sz="2000" dirty="0" err="1"/>
              <a:t>cavitacional</a:t>
            </a:r>
            <a:r>
              <a:rPr lang="pt-BR" sz="2000" dirty="0"/>
              <a:t> em uma dose de 0,7 a 1,2 Wcm2.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1017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AA831-B001-E7FC-C924-91400E45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89BD73-D4FB-D3BB-DA45-445BFF1D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5. </a:t>
            </a:r>
            <a:r>
              <a:rPr lang="pt-BR" sz="2000" dirty="0"/>
              <a:t>CAVITAÇÃO INSTAVEL:</a:t>
            </a:r>
          </a:p>
          <a:p>
            <a:pPr algn="just"/>
            <a:r>
              <a:rPr lang="pt-BR" sz="2000" dirty="0"/>
              <a:t>Grande demanda de energia, com formação de muitas microbolhas, com redução do volume liquido tecidual, liberação de gás e vapor, são doses acima de 2,0 Wcm2. </a:t>
            </a:r>
          </a:p>
        </p:txBody>
      </p:sp>
    </p:spTree>
    <p:extLst>
      <p:ext uri="{BB962C8B-B14F-4D97-AF65-F5344CB8AC3E}">
        <p14:creationId xmlns:p14="http://schemas.microsoft.com/office/powerpoint/2010/main" val="2216147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418BE-6EC7-D454-BC84-3E633A55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69FD64-C09E-1871-3F02-0F0017A25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FREQUENCIA DA ONDA MECANICA:</a:t>
            </a:r>
          </a:p>
          <a:p>
            <a:r>
              <a:rPr lang="pt-BR" dirty="0"/>
              <a:t>Se da em Hz</a:t>
            </a:r>
          </a:p>
          <a:p>
            <a:r>
              <a:rPr lang="pt-BR" dirty="0"/>
              <a:t>16 Hz – indica menor quantidade de pulsos</a:t>
            </a:r>
          </a:p>
          <a:p>
            <a:r>
              <a:rPr lang="pt-BR" dirty="0"/>
              <a:t>Maior espaço entre as ondas.</a:t>
            </a:r>
          </a:p>
          <a:p>
            <a:r>
              <a:rPr lang="pt-BR" dirty="0"/>
              <a:t>Menor calor gerado.</a:t>
            </a:r>
          </a:p>
          <a:p>
            <a:r>
              <a:rPr lang="pt-BR" dirty="0"/>
              <a:t>100 Hz  - maior quantidade de pulsos</a:t>
            </a:r>
          </a:p>
          <a:p>
            <a:r>
              <a:rPr lang="pt-BR" dirty="0"/>
              <a:t>Menor espaço entre as ondas. </a:t>
            </a:r>
          </a:p>
          <a:p>
            <a:r>
              <a:rPr lang="pt-BR" dirty="0"/>
              <a:t>Calor razoável. </a:t>
            </a:r>
          </a:p>
          <a:p>
            <a:pPr marL="0" indent="0">
              <a:buNone/>
            </a:pPr>
            <a:r>
              <a:rPr lang="pt-BR" dirty="0"/>
              <a:t>E a fibrose o que podemos usar?</a:t>
            </a:r>
          </a:p>
        </p:txBody>
      </p:sp>
    </p:spTree>
    <p:extLst>
      <p:ext uri="{BB962C8B-B14F-4D97-AF65-F5344CB8AC3E}">
        <p14:creationId xmlns:p14="http://schemas.microsoft.com/office/powerpoint/2010/main" val="30179685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CD8EB-0F33-67FB-FAB6-48DD870EA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- PULSADO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8F873E6C-7E3D-ABF2-5856-274352D167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654534"/>
              </p:ext>
            </p:extLst>
          </p:nvPr>
        </p:nvGraphicFramePr>
        <p:xfrm>
          <a:off x="1619672" y="1628800"/>
          <a:ext cx="6914728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80781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0E843-7D94-E555-2DAC-E28AA8078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47771C57-56A8-5E48-ADAB-6A53C960E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555632"/>
              </p:ext>
            </p:extLst>
          </p:nvPr>
        </p:nvGraphicFramePr>
        <p:xfrm>
          <a:off x="1924063" y="1539875"/>
          <a:ext cx="65913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E2A0023-BD9E-16C4-7EB1-AC8E79C84F6A}"/>
              </a:ext>
            </a:extLst>
          </p:cNvPr>
          <p:cNvSpPr txBox="1"/>
          <p:nvPr/>
        </p:nvSpPr>
        <p:spPr>
          <a:xfrm>
            <a:off x="2915816" y="5318125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ULTRASSOM ESTACIONARIO DE PLACAS</a:t>
            </a:r>
          </a:p>
        </p:txBody>
      </p:sp>
    </p:spTree>
    <p:extLst>
      <p:ext uri="{BB962C8B-B14F-4D97-AF65-F5344CB8AC3E}">
        <p14:creationId xmlns:p14="http://schemas.microsoft.com/office/powerpoint/2010/main" val="31058582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F2126-0210-64CC-449B-D580A9DB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D2573EA0-D897-0803-55D7-3BC26CF5F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883253"/>
              </p:ext>
            </p:extLst>
          </p:nvPr>
        </p:nvGraphicFramePr>
        <p:xfrm>
          <a:off x="1943100" y="2133600"/>
          <a:ext cx="6591300" cy="377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C97A1DAC-0DBC-D9EC-54FE-88D2028929DA}"/>
              </a:ext>
            </a:extLst>
          </p:cNvPr>
          <p:cNvSpPr txBox="1"/>
          <p:nvPr/>
        </p:nvSpPr>
        <p:spPr>
          <a:xfrm>
            <a:off x="1943100" y="5217120"/>
            <a:ext cx="3132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Efeito mecânico </a:t>
            </a:r>
          </a:p>
          <a:p>
            <a:r>
              <a:rPr lang="pt-BR" b="1" dirty="0"/>
              <a:t>ULTRASSOM ESTACIONARIO DE PLACAS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F86589-59E8-56B9-7ED7-C199226AC03A}"/>
              </a:ext>
            </a:extLst>
          </p:cNvPr>
          <p:cNvSpPr txBox="1"/>
          <p:nvPr/>
        </p:nvSpPr>
        <p:spPr>
          <a:xfrm>
            <a:off x="5364088" y="5265519"/>
            <a:ext cx="317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Efeito mecânico e térmico  </a:t>
            </a:r>
          </a:p>
        </p:txBody>
      </p:sp>
    </p:spTree>
    <p:extLst>
      <p:ext uri="{BB962C8B-B14F-4D97-AF65-F5344CB8AC3E}">
        <p14:creationId xmlns:p14="http://schemas.microsoft.com/office/powerpoint/2010/main" val="26003917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F92C9-4752-8852-898E-AF491516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- PULSADO</a:t>
            </a:r>
          </a:p>
        </p:txBody>
      </p:sp>
      <p:graphicFrame>
        <p:nvGraphicFramePr>
          <p:cNvPr id="9" name="Espaço Reservado para Conteúdo 8">
            <a:extLst>
              <a:ext uri="{FF2B5EF4-FFF2-40B4-BE49-F238E27FC236}">
                <a16:creationId xmlns:a16="http://schemas.microsoft.com/office/drawing/2014/main" id="{674B2AE6-E372-8F67-FAFB-A648B23F9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781776"/>
              </p:ext>
            </p:extLst>
          </p:nvPr>
        </p:nvGraphicFramePr>
        <p:xfrm>
          <a:off x="971600" y="2133600"/>
          <a:ext cx="7562800" cy="4319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8156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F7320-4901-AFAF-3B9D-84544E56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- CONTINUO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E6B891-2713-DF21-209A-C9C6C6660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DOSES ACIMA DE 1,5 Wcm2 JÁ PODEMOS PENSAR EM PRODUZIR CAVITAÇÃO INSTAVEL E PROCESSO INFLAMATORIO.</a:t>
            </a:r>
          </a:p>
          <a:p>
            <a:pPr algn="just"/>
            <a:r>
              <a:rPr lang="pt-BR" sz="2000" dirty="0"/>
              <a:t>O MAXIMO DE ENERGIA DISSIPADO EM CADA TRASNDUTOR É DE 3 Wcm2, INDEPEDENTE SE O APARELHO É DE 29W, 74W, 45W, O QUE DIFERENCIA AS MARCAS É O TAMANHO DO TRASNDUTOR PARA DETERMINAR OS WATTS DE CADA APARELHO (AGNES, 2018).  </a:t>
            </a:r>
          </a:p>
        </p:txBody>
      </p:sp>
    </p:spTree>
    <p:extLst>
      <p:ext uri="{BB962C8B-B14F-4D97-AF65-F5344CB8AC3E}">
        <p14:creationId xmlns:p14="http://schemas.microsoft.com/office/powerpoint/2010/main" val="18703819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AD46CC-DA82-F36A-38D9-9028B7E5C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C3EA07-8172-38EE-BF1D-F34625C14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TRATAMENTO POS OPERATORIO IMEDIATO DE </a:t>
            </a:r>
            <a:r>
              <a:rPr lang="pt-BR" sz="2000" b="1" dirty="0"/>
              <a:t>CIRURGIA NO TECIDO CUTANEO</a:t>
            </a:r>
            <a:r>
              <a:rPr lang="pt-BR" sz="2000" dirty="0"/>
              <a:t>:</a:t>
            </a:r>
          </a:p>
          <a:p>
            <a:r>
              <a:rPr lang="pt-BR" sz="2000" dirty="0"/>
              <a:t>US 3 Mhz</a:t>
            </a:r>
          </a:p>
          <a:p>
            <a:r>
              <a:rPr lang="pt-BR" sz="2000" dirty="0"/>
              <a:t>MODO PULSADO </a:t>
            </a:r>
          </a:p>
          <a:p>
            <a:r>
              <a:rPr lang="pt-BR" sz="2000" dirty="0"/>
              <a:t>FREQUENCIA 16 Hz</a:t>
            </a:r>
          </a:p>
          <a:p>
            <a:r>
              <a:rPr lang="pt-BR" sz="2000" dirty="0"/>
              <a:t>DOSE 0,1 A 0,2 Wcm2</a:t>
            </a:r>
          </a:p>
          <a:p>
            <a:r>
              <a:rPr lang="pt-BR" sz="2000" dirty="0"/>
              <a:t>CORRENTE SEM NECESSIDADE</a:t>
            </a:r>
          </a:p>
          <a:p>
            <a:r>
              <a:rPr lang="pt-BR" sz="2000" dirty="0"/>
              <a:t>MEDIR AREA E ERA DO ULTRASSOM </a:t>
            </a:r>
          </a:p>
          <a:p>
            <a:r>
              <a:rPr lang="pt-BR" sz="2000" dirty="0"/>
              <a:t>APLICAR DIARIAMENTE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9263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55FDC-AB30-540A-6B13-F8FEBF21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56341-68D4-BD16-C161-5AC8E1C10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TRATAMENTO DE FIBROSE APÓS CIRURGIA DE LIPOASPIAÇÃO NA REGIAO ABDOMINAL. P.O TARDIO:</a:t>
            </a:r>
          </a:p>
          <a:p>
            <a:pPr marL="0" indent="0">
              <a:buNone/>
            </a:pPr>
            <a:r>
              <a:rPr lang="pt-BR" sz="2000" dirty="0"/>
              <a:t>US 3Mhz</a:t>
            </a:r>
          </a:p>
          <a:p>
            <a:pPr marL="0" indent="0">
              <a:buNone/>
            </a:pPr>
            <a:r>
              <a:rPr lang="pt-BR" sz="2000" dirty="0"/>
              <a:t>MODO CONTINUO </a:t>
            </a:r>
          </a:p>
          <a:p>
            <a:pPr marL="0" indent="0">
              <a:buNone/>
            </a:pPr>
            <a:r>
              <a:rPr lang="pt-BR" sz="2000" dirty="0"/>
              <a:t>DOSE 1Wcm2</a:t>
            </a:r>
          </a:p>
          <a:p>
            <a:pPr marL="0" indent="0">
              <a:buNone/>
            </a:pPr>
            <a:r>
              <a:rPr lang="pt-BR" sz="2000" dirty="0"/>
              <a:t>CORRENTE SEM NECESSIDADE</a:t>
            </a:r>
          </a:p>
          <a:p>
            <a:pPr marL="0" indent="0">
              <a:buNone/>
            </a:pPr>
            <a:r>
              <a:rPr lang="pt-BR" sz="2000" dirty="0"/>
              <a:t>MEDIR AREA E ERA DO ULTRASSOM </a:t>
            </a:r>
          </a:p>
          <a:p>
            <a:pPr marL="0" indent="0">
              <a:buNone/>
            </a:pPr>
            <a:r>
              <a:rPr lang="pt-BR" sz="2000" dirty="0"/>
              <a:t>APLICAR EM DIAS ALTERNADOS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8125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4F201-3E52-922A-29E0-810BC890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5F110-01C2-AE2F-3122-05BB4538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TRATAMENTO DE POS OPERATORIO IMEDIATO DE LIPO ABD </a:t>
            </a:r>
            <a:r>
              <a:rPr lang="pt-BR" sz="2000" b="1" dirty="0"/>
              <a:t>TECIDO SUBCUTANEO</a:t>
            </a:r>
            <a:r>
              <a:rPr lang="pt-BR" sz="2000" dirty="0"/>
              <a:t>:</a:t>
            </a:r>
            <a:br>
              <a:rPr lang="pt-BR" sz="2000" dirty="0"/>
            </a:br>
            <a:r>
              <a:rPr lang="pt-BR" sz="2000" dirty="0"/>
              <a:t>US 3 Mhz</a:t>
            </a:r>
          </a:p>
          <a:p>
            <a:r>
              <a:rPr lang="pt-BR" sz="2000" dirty="0"/>
              <a:t>MODO PULSADO </a:t>
            </a:r>
          </a:p>
          <a:p>
            <a:r>
              <a:rPr lang="pt-BR" sz="2000" dirty="0"/>
              <a:t>FREQUENCIA 16 Hz</a:t>
            </a:r>
          </a:p>
          <a:p>
            <a:r>
              <a:rPr lang="pt-BR" sz="2000" dirty="0"/>
              <a:t>DOSE 0,5 A 0,6 </a:t>
            </a:r>
            <a:r>
              <a:rPr lang="pt-BR" sz="2000" dirty="0" err="1"/>
              <a:t>Wcm</a:t>
            </a:r>
            <a:r>
              <a:rPr lang="pt-BR" sz="2000" dirty="0"/>
              <a:t> – DOSE MAIS ELEVADA PARA CHEGAR NO TECIDO SUBCUTANEO </a:t>
            </a:r>
          </a:p>
          <a:p>
            <a:r>
              <a:rPr lang="pt-BR" sz="2000" dirty="0"/>
              <a:t>CORRENTE  5 A 10% - CORRENTE NESTE CASO BAIXA A TEMPERATURA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45304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AD50E-F7E0-B5AF-76A3-3003CB81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EA0D74-F7D9-46C2-A497-8C69C017C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270087-8793-8C44-A677-7297FBE5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E8680432-0763-75A6-A336-D06633601BC5}"/>
              </a:ext>
            </a:extLst>
          </p:cNvPr>
          <p:cNvSpPr txBox="1">
            <a:spLocks/>
          </p:cNvSpPr>
          <p:nvPr/>
        </p:nvSpPr>
        <p:spPr>
          <a:xfrm>
            <a:off x="910994" y="2672915"/>
            <a:ext cx="8208911" cy="15121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4400" b="1" dirty="0">
                <a:solidFill>
                  <a:schemeClr val="tx2"/>
                </a:solidFill>
              </a:rPr>
              <a:t>ULTRASSOM COM TERAPIA COMBINADA</a:t>
            </a:r>
          </a:p>
          <a:p>
            <a:r>
              <a:rPr lang="pt-BR" sz="4400" b="1" dirty="0">
                <a:solidFill>
                  <a:schemeClr val="tx2"/>
                </a:solidFill>
              </a:rPr>
              <a:t>US + ELETROESTIMULAÇÃO </a:t>
            </a:r>
          </a:p>
        </p:txBody>
      </p:sp>
    </p:spTree>
    <p:extLst>
      <p:ext uri="{BB962C8B-B14F-4D97-AF65-F5344CB8AC3E}">
        <p14:creationId xmlns:p14="http://schemas.microsoft.com/office/powerpoint/2010/main" val="30419607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C89A7-2EB4-904F-90FE-D0EB198F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D85E9-EC65-49C5-9977-B2878D5C8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TERAPIA COMBINADA:</a:t>
            </a:r>
          </a:p>
          <a:p>
            <a:pPr algn="just"/>
            <a:r>
              <a:rPr lang="pt-BR" sz="2000" dirty="0"/>
              <a:t>Trata-se de um aparelho que que gera ultrassom e corrente elétrica no mesmo aplicador. </a:t>
            </a:r>
          </a:p>
          <a:p>
            <a:pPr algn="just"/>
            <a:r>
              <a:rPr lang="pt-BR" sz="2000" dirty="0"/>
              <a:t>Ultrassom + corrente despolarizada – russa, </a:t>
            </a:r>
            <a:r>
              <a:rPr lang="pt-BR" sz="2000" dirty="0" err="1"/>
              <a:t>aussie</a:t>
            </a:r>
            <a:r>
              <a:rPr lang="pt-BR" sz="2000" dirty="0"/>
              <a:t>, FES, TENS.</a:t>
            </a:r>
          </a:p>
          <a:p>
            <a:pPr algn="just"/>
            <a:r>
              <a:rPr lang="pt-BR" sz="2000" dirty="0"/>
              <a:t>Ultrassom de corrente polarizada (iontoforese) – galvânica/MENS.</a:t>
            </a:r>
          </a:p>
          <a:p>
            <a:pPr algn="just"/>
            <a:r>
              <a:rPr lang="pt-BR" sz="2000" dirty="0"/>
              <a:t>Na fisioterapia se usam aplicadores menores</a:t>
            </a:r>
          </a:p>
          <a:p>
            <a:pPr algn="just"/>
            <a:r>
              <a:rPr lang="pt-BR" sz="2000" dirty="0"/>
              <a:t>Na estética se usam aplicadores maiores</a:t>
            </a:r>
          </a:p>
        </p:txBody>
      </p:sp>
    </p:spTree>
    <p:extLst>
      <p:ext uri="{BB962C8B-B14F-4D97-AF65-F5344CB8AC3E}">
        <p14:creationId xmlns:p14="http://schemas.microsoft.com/office/powerpoint/2010/main" val="41570676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E8C79-CF99-7AFA-DCC5-55EEBD7F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DA7F7B3-5618-2BA2-13A0-BDED1A8A11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843592"/>
              </p:ext>
            </p:extLst>
          </p:nvPr>
        </p:nvGraphicFramePr>
        <p:xfrm>
          <a:off x="609600" y="1772816"/>
          <a:ext cx="7924800" cy="413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7439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AB2B0-A2AC-C78E-E15B-4D8A30D7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B8D1C7-6DAC-5AF9-8E76-7FF2A8B27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000" dirty="0"/>
              <a:t>CELULITE – FEG</a:t>
            </a:r>
          </a:p>
          <a:p>
            <a:pPr algn="just"/>
            <a:r>
              <a:rPr lang="pt-BR" sz="2000" dirty="0"/>
              <a:t>Para processos onde se tem fibrose se utiliza dosagens entre 0,8 a 1,2 W/cm2, em corrente despolarizada, com intensidade baixa. As frequências podem ser de 80 a 100Hz para procedimentos tardios. </a:t>
            </a:r>
          </a:p>
          <a:p>
            <a:pPr algn="just"/>
            <a:r>
              <a:rPr lang="pt-BR" sz="2000" dirty="0"/>
              <a:t>LIPEDEMA</a:t>
            </a:r>
          </a:p>
          <a:p>
            <a:pPr algn="just"/>
            <a:r>
              <a:rPr lang="pt-BR" sz="2000" dirty="0"/>
              <a:t>Se utiliza dosagens baixas, máximo de 0,5 W/cm2, o melhor seria utilizar em LICUS 0,3 W/cm2, com baixa eletroestimulação polarizada. </a:t>
            </a:r>
          </a:p>
        </p:txBody>
      </p:sp>
    </p:spTree>
    <p:extLst>
      <p:ext uri="{BB962C8B-B14F-4D97-AF65-F5344CB8AC3E}">
        <p14:creationId xmlns:p14="http://schemas.microsoft.com/office/powerpoint/2010/main" val="14550291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EC6E1-400E-C142-4B4A-0BC5249B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11260-DBE8-86CF-A237-BF27C51F6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HIPERTROFIA ADIPOCITARIA</a:t>
            </a:r>
          </a:p>
          <a:p>
            <a:pPr algn="just"/>
            <a:r>
              <a:rPr lang="pt-BR" sz="2000" dirty="0"/>
              <a:t>Pode utilizar ultrassom continuo, com baixas doses ou pulsado, com doses controladas entre 0,6 a 1,0 Wcm2. nesta caso se produz efeito mecânico, térmico baixo e cavitação estável, suficiente para induzir a lipólise. A eletroestimulação deve ser baixa. </a:t>
            </a:r>
          </a:p>
        </p:txBody>
      </p:sp>
    </p:spTree>
    <p:extLst>
      <p:ext uri="{BB962C8B-B14F-4D97-AF65-F5344CB8AC3E}">
        <p14:creationId xmlns:p14="http://schemas.microsoft.com/office/powerpoint/2010/main" val="24335620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9CBBE5-DB94-91C3-98BE-B6E4634F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13D5A6-1990-2C98-7663-417ACCA06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POS OPERATORIO IMEDIATO</a:t>
            </a:r>
          </a:p>
          <a:p>
            <a:pPr algn="just"/>
            <a:r>
              <a:rPr lang="pt-BR" sz="2000" dirty="0"/>
              <a:t>Sempre atérmico, pulsado, com frequência de 16Hz, energias baixa, 0,1 a 0,3 W/cm2, passando o período inflamatório se usa 0,5 a 0,6 W/cm2, com leve aquecimento. No pós imediato só se usa corrente polarizada, mas, pós processo inflamatório, a eletroestimulação deve ser baixa.  </a:t>
            </a:r>
          </a:p>
        </p:txBody>
      </p:sp>
    </p:spTree>
    <p:extLst>
      <p:ext uri="{BB962C8B-B14F-4D97-AF65-F5344CB8AC3E}">
        <p14:creationId xmlns:p14="http://schemas.microsoft.com/office/powerpoint/2010/main" val="14425709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DD4B6-5D11-32DF-DD9B-0AECAF4C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ACB4B710-BE17-1A45-3858-044789368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139298"/>
              </p:ext>
            </p:extLst>
          </p:nvPr>
        </p:nvGraphicFramePr>
        <p:xfrm>
          <a:off x="971600" y="2133599"/>
          <a:ext cx="7562799" cy="2819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933">
                  <a:extLst>
                    <a:ext uri="{9D8B030D-6E8A-4147-A177-3AD203B41FA5}">
                      <a16:colId xmlns:a16="http://schemas.microsoft.com/office/drawing/2014/main" val="3775995538"/>
                    </a:ext>
                  </a:extLst>
                </a:gridCol>
                <a:gridCol w="2520933">
                  <a:extLst>
                    <a:ext uri="{9D8B030D-6E8A-4147-A177-3AD203B41FA5}">
                      <a16:colId xmlns:a16="http://schemas.microsoft.com/office/drawing/2014/main" val="3899248584"/>
                    </a:ext>
                  </a:extLst>
                </a:gridCol>
                <a:gridCol w="2520933">
                  <a:extLst>
                    <a:ext uri="{9D8B030D-6E8A-4147-A177-3AD203B41FA5}">
                      <a16:colId xmlns:a16="http://schemas.microsoft.com/office/drawing/2014/main" val="286880344"/>
                    </a:ext>
                  </a:extLst>
                </a:gridCol>
              </a:tblGrid>
              <a:tr h="1034253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TERAPIA COMBINADA POLARIZADA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383601"/>
                  </a:ext>
                </a:extLst>
              </a:tr>
              <a:tr h="17851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ULTRASSOM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CORRENTE GALVANICA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ATIVOS ELETROLITICOS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560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2833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373AA-CE78-6D33-ED5D-3360DC79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746492-DFF1-4868-C235-56BEF76ED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000" dirty="0"/>
              <a:t>OS ATIVOS UTILIZADOS DEVEM SER INCORPORADOS AO GEL, RESPEITANDO A POLARIDADE.</a:t>
            </a:r>
          </a:p>
          <a:p>
            <a:pPr algn="just"/>
            <a:r>
              <a:rPr lang="pt-BR" sz="2000" dirty="0"/>
              <a:t>POLARIDADES NEGATIVAS SÃO MAIS UTILIZADAS. </a:t>
            </a:r>
          </a:p>
          <a:p>
            <a:pPr algn="just"/>
            <a:r>
              <a:rPr lang="pt-BR" sz="2000" dirty="0"/>
              <a:t>O OCRRETO É VERIFICAR A BULA DO COSMETICO PARA SABER A POLARIZADE QUE SE RECOMENDA.</a:t>
            </a:r>
          </a:p>
          <a:p>
            <a:pPr algn="just"/>
            <a:r>
              <a:rPr lang="pt-BR" sz="2000" dirty="0"/>
              <a:t>A INTENSIDADE DA CORRENTE: ERA 5cm2 – se for 3 eras 3x5 = 15 ------- 15x0,2 = 3mA/cm2. </a:t>
            </a:r>
          </a:p>
          <a:p>
            <a:pPr algn="just"/>
            <a:r>
              <a:rPr lang="pt-BR" sz="2000" dirty="0"/>
              <a:t>A dose do ultrassom será no modo continuo de 0,8 a 1,2 W/cm2, a fim de se evitar queimaduras. </a:t>
            </a:r>
          </a:p>
        </p:txBody>
      </p:sp>
    </p:spTree>
    <p:extLst>
      <p:ext uri="{BB962C8B-B14F-4D97-AF65-F5344CB8AC3E}">
        <p14:creationId xmlns:p14="http://schemas.microsoft.com/office/powerpoint/2010/main" val="22400630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D00788B-C60A-943A-9EF0-7D99E91A7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AA9810C-5509-08B4-C434-53388A4B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94" y="2672915"/>
            <a:ext cx="8208911" cy="1512168"/>
          </a:xfrm>
        </p:spPr>
        <p:txBody>
          <a:bodyPr>
            <a:normAutofit fontScale="90000"/>
          </a:bodyPr>
          <a:lstStyle/>
          <a:p>
            <a:r>
              <a:rPr lang="pt-BR" sz="4400" b="1" dirty="0">
                <a:solidFill>
                  <a:schemeClr val="tx2"/>
                </a:solidFill>
              </a:rPr>
              <a:t>ULTRASSOM FOCADO</a:t>
            </a:r>
            <a:br>
              <a:rPr lang="pt-BR" sz="4400" b="1" dirty="0">
                <a:solidFill>
                  <a:schemeClr val="tx2"/>
                </a:solidFill>
              </a:rPr>
            </a:br>
            <a:r>
              <a:rPr lang="pt-BR" sz="4400" b="1" dirty="0">
                <a:solidFill>
                  <a:schemeClr val="tx2"/>
                </a:solidFill>
              </a:rPr>
              <a:t>CAVITAÇÃO </a:t>
            </a:r>
            <a:br>
              <a:rPr lang="pt-BR" sz="4400" b="1" dirty="0">
                <a:solidFill>
                  <a:schemeClr val="tx2"/>
                </a:solidFill>
              </a:rPr>
            </a:br>
            <a:r>
              <a:rPr lang="pt-BR" sz="4400" b="1" dirty="0">
                <a:solidFill>
                  <a:schemeClr val="tx2"/>
                </a:solidFill>
              </a:rPr>
              <a:t>ULTRACAVITAÇÃO </a:t>
            </a:r>
          </a:p>
        </p:txBody>
      </p:sp>
    </p:spTree>
    <p:extLst>
      <p:ext uri="{BB962C8B-B14F-4D97-AF65-F5344CB8AC3E}">
        <p14:creationId xmlns:p14="http://schemas.microsoft.com/office/powerpoint/2010/main" val="1636076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5D3F3-E1AD-8A6C-AE9A-FA70D5E7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3F7AF1-060C-CC31-5FB0-4D4835CC3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0F4E4D-364D-81C7-18BC-4CB97C2A2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4555"/>
            <a:ext cx="3682303" cy="53588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F9E5E9C-C8A9-51E8-8FDC-6CFEA1934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26" y="2774044"/>
            <a:ext cx="5445273" cy="408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92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F12D3-5436-328C-4566-549595CF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CFDB70-69F1-9FC3-0EE1-10F5D7F6D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CAVITAÇÃO:</a:t>
            </a:r>
          </a:p>
          <a:p>
            <a:pPr algn="just">
              <a:buFont typeface="+mj-lt"/>
              <a:buAutoNum type="arabicPeriod"/>
            </a:pPr>
            <a:r>
              <a:rPr lang="pt-BR" sz="2000" dirty="0"/>
              <a:t>É O FENOMENO FISICO BASEADO NO PROCESSO DE GERAR, AUMENTAR E INCLUSIVE IMPLODIR CAVIDADES DE VAPOR E GASES EM UM LIQUIDO, CAPAZ DE PROMOVER EFEITOS DE ATIVAÇÃO E REAÇÕES QUIMICAS. </a:t>
            </a:r>
          </a:p>
        </p:txBody>
      </p:sp>
    </p:spTree>
    <p:extLst>
      <p:ext uri="{BB962C8B-B14F-4D97-AF65-F5344CB8AC3E}">
        <p14:creationId xmlns:p14="http://schemas.microsoft.com/office/powerpoint/2010/main" val="9384864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CD5A9-F4FB-4204-507D-0C2361D0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E8EC7A90-6099-3A73-F428-BC1E24F03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056595"/>
              </p:ext>
            </p:extLst>
          </p:nvPr>
        </p:nvGraphicFramePr>
        <p:xfrm>
          <a:off x="1943100" y="2133600"/>
          <a:ext cx="65913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1300">
                  <a:extLst>
                    <a:ext uri="{9D8B030D-6E8A-4147-A177-3AD203B41FA5}">
                      <a16:colId xmlns:a16="http://schemas.microsoft.com/office/drawing/2014/main" val="2414925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CAVITAÇÃO INSTAVEL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708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AS MICROBOLHAS SOFREM ELEVADAS PRESSÕES DAS ONDAS ULTRASSONICAS QUE ACABAM ROMPENDO E IMPLODINDO. GERANDO DANO TECIDUAL.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632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17D7F-2D96-24B2-FE3D-C042BD41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97C31B-9A74-F03E-39AB-BB5838BB9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o que é Cavitação? - Duplação">
            <a:extLst>
              <a:ext uri="{FF2B5EF4-FFF2-40B4-BE49-F238E27FC236}">
                <a16:creationId xmlns:a16="http://schemas.microsoft.com/office/drawing/2014/main" id="{4DFBEA62-F6A0-D639-2FD0-97BF59888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740" y="1369330"/>
            <a:ext cx="9223740" cy="411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9232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1D447-D1B1-CB27-1889-41F9C2D5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797512-D281-B858-792B-E4B4067B6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TERMO ULTRACAVITAÇÃO É UM TERMO COMERCIAL PARA UMA ONDA MAIS POTENTE, SELETIVA E FOLCALIZADA, ONDE ATINGE SOMENTE O TECIDO ADIPOSO.</a:t>
            </a:r>
          </a:p>
          <a:p>
            <a:pPr algn="just"/>
            <a:r>
              <a:rPr lang="pt-BR" sz="2000" dirty="0"/>
              <a:t>AS MENBRANAS DOS ADO=IPOCITOS VIBRAM EM TORNO DE 28 kHz E 40 kHz, A ONDE QUE DEU ORIGEM AO ULTRASSOM DE ULTRACAVITAÇÃO. </a:t>
            </a:r>
          </a:p>
        </p:txBody>
      </p:sp>
    </p:spTree>
    <p:extLst>
      <p:ext uri="{BB962C8B-B14F-4D97-AF65-F5344CB8AC3E}">
        <p14:creationId xmlns:p14="http://schemas.microsoft.com/office/powerpoint/2010/main" val="19624237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895DC-9581-C701-42B4-39FFE761E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0B4982-D24F-DBCE-BDFE-7BB3E2481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O uso da </a:t>
            </a:r>
            <a:r>
              <a:rPr lang="pt-BR" sz="2000" dirty="0" err="1"/>
              <a:t>ultracavitação</a:t>
            </a:r>
            <a:r>
              <a:rPr lang="pt-BR" sz="2000" dirty="0"/>
              <a:t> não deve ser aleatório e </a:t>
            </a:r>
            <a:r>
              <a:rPr lang="pt-BR" sz="2000" dirty="0" err="1"/>
              <a:t>indicriminado</a:t>
            </a:r>
            <a:r>
              <a:rPr lang="pt-BR" sz="2000" dirty="0"/>
              <a:t>, suas doses são ate 1,0 Wcm2, com aplicações de no máximo 10 min por região com intervalos de 7 dias, o exagero de aplicações pode alterar o perfil lipídico, em casos extemos pode causar embolia gordurosa. </a:t>
            </a:r>
          </a:p>
        </p:txBody>
      </p:sp>
    </p:spTree>
    <p:extLst>
      <p:ext uri="{BB962C8B-B14F-4D97-AF65-F5344CB8AC3E}">
        <p14:creationId xmlns:p14="http://schemas.microsoft.com/office/powerpoint/2010/main" val="16332338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BBF59-31B5-FA27-8929-A316E6BBD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DA8073-E178-D22F-31DF-0FFE703EC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000" dirty="0"/>
              <a:t>O ultrassom focalizado para uso estético consiste na propagação da energia ultrassônica (3,5 até 5 MHZ) através dos tecidos biológicos </a:t>
            </a:r>
            <a:r>
              <a:rPr lang="pt-BR" sz="2000" b="1" dirty="0"/>
              <a:t>sem causar danos em outros tecidos, somente no adipócito</a:t>
            </a:r>
            <a:r>
              <a:rPr lang="pt-BR" sz="2000" dirty="0"/>
              <a:t>.</a:t>
            </a:r>
          </a:p>
          <a:p>
            <a:pPr algn="just"/>
            <a:r>
              <a:rPr lang="pt-BR" sz="2000" dirty="0"/>
              <a:t>Os feixes de ultrassom carregam uma alta energia  área focal, o que pode causar um aumento local da cavitação e da temperatura suficiente para causar lesão do tecido adiposo subcutâneo com consequente degradação dos adipócitos na área de tratamento.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9962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C31EE6-0D8B-6644-9B1B-84F890878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8C2558-46B4-748B-43A7-86CBD35CE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400" dirty="0"/>
              <a:t>O principal mecanismo de ação do ultrassom focado é a cavitação instável, muito utilizado para a redução de gorduras localizadas. E é um efeito inteiramente cobiçável, pois o resultado é o rompimento do adipócito, que se dá ao dano provocado no tecido adiposo. </a:t>
            </a:r>
          </a:p>
        </p:txBody>
      </p:sp>
    </p:spTree>
    <p:extLst>
      <p:ext uri="{BB962C8B-B14F-4D97-AF65-F5344CB8AC3E}">
        <p14:creationId xmlns:p14="http://schemas.microsoft.com/office/powerpoint/2010/main" val="30534043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C989F-0684-5491-F3A8-5204A8C3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AE2B7-0E00-DE20-E65D-41033091B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247728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Isso ocorre sem danos aos tecidos ao redor ou subjacente. Quando o tecido adiposo da área focal recebe essas doses de energia, uma forte cavitação associada a ondas de choque acústicas são produzidas. </a:t>
            </a:r>
          </a:p>
          <a:p>
            <a:pPr algn="just"/>
            <a:r>
              <a:rPr lang="pt-BR" sz="2400" dirty="0"/>
              <a:t>Essa combinação de efeito mecânico associado aos efeitos térmicos produz a emulsificação da gordura contida nos adipócitos sem afetar significativamente as estruturas adjacentes.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77450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89377-9978-DA64-EF61-75D5908A6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B0781D-6757-A277-6402-B8781CB42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/>
              <a:t>Essa mistura de estresse mecânico e térmico dispara nas células adiposas uma cascata de eventos que induz a apoptose ou morte celular programada ou dependendo da intensidade do tecido adiposo, pode ocorrer a necrose adipócitaria ou morte celular.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051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F4242-FDC1-69A2-3138-A8E92C1E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07849E-D577-F6B6-FAA9-FD80E2BE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910B9D-6700-C7F7-F4D4-6262CBC79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" y="1039161"/>
            <a:ext cx="8785097" cy="47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818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5E2E3-985B-3252-F44B-DE019D4C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2190E8-6F74-518A-C05B-F609D4D83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21869F-D0EE-8B85-8CBD-802267702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8640960" cy="633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289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3541C-2401-1A9B-23EF-914769BD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FD6941-C00B-0B3C-4D5F-5BA5EC89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1539" y="1772816"/>
            <a:ext cx="6591985" cy="3777622"/>
          </a:xfrm>
        </p:spPr>
        <p:txBody>
          <a:bodyPr>
            <a:noAutofit/>
          </a:bodyPr>
          <a:lstStyle/>
          <a:p>
            <a:pPr algn="just"/>
            <a:r>
              <a:rPr lang="pt-BR" sz="2400" dirty="0"/>
              <a:t>A eliminação da gordura é feita pelas vias fisiológicas, ou seja, os triglicerídeos das células adiposas que sofreram cavitação são eliminados no líquido intersticial onde são sucessivamente levados através do sistema linfático ou venoso para o fígado onde são metabolizados novamente. </a:t>
            </a:r>
          </a:p>
          <a:p>
            <a:pPr algn="just"/>
            <a:r>
              <a:rPr lang="pt-BR" sz="2400" dirty="0"/>
              <a:t>Segundo estudos, é importante a ingestão de bastante água antes e durante o tratamento para um melhor resultado (GUIRRO &amp; GUIRRO, 2004). </a:t>
            </a:r>
          </a:p>
        </p:txBody>
      </p:sp>
    </p:spTree>
    <p:extLst>
      <p:ext uri="{BB962C8B-B14F-4D97-AF65-F5344CB8AC3E}">
        <p14:creationId xmlns:p14="http://schemas.microsoft.com/office/powerpoint/2010/main" val="4592661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02AE9-832E-DC48-89F4-E284BCB4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INDUÇÃO DA LIPOLISE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90D7EC-8FCA-A784-5B43-036227E3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O que é Eletrolipólise? Saiba Tudo Sobre essa Técnica">
            <a:extLst>
              <a:ext uri="{FF2B5EF4-FFF2-40B4-BE49-F238E27FC236}">
                <a16:creationId xmlns:a16="http://schemas.microsoft.com/office/drawing/2014/main" id="{52FF0BDB-B592-6D9B-77CB-C3DCFD20E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0028" y="1905000"/>
            <a:ext cx="10384056" cy="337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5335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5C573-AE8C-2551-0AAF-029CA2F7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3897E8-DF58-B5A1-44CA-F3E5A34B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399631-46BE-4B3B-10EF-8E08F2D05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0648"/>
            <a:ext cx="8568951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328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63688" y="836712"/>
            <a:ext cx="6591985" cy="5397178"/>
          </a:xfrm>
        </p:spPr>
        <p:txBody>
          <a:bodyPr>
            <a:normAutofit lnSpcReduction="10000"/>
          </a:bodyPr>
          <a:lstStyle/>
          <a:p>
            <a:endParaRPr lang="pt-BR" dirty="0"/>
          </a:p>
          <a:p>
            <a:pPr algn="just"/>
            <a:r>
              <a:rPr lang="pt-BR" sz="2000" dirty="0"/>
              <a:t>As principais disfunções que podem ser tratadas com o </a:t>
            </a:r>
            <a:r>
              <a:rPr lang="pt-BR" sz="2000" b="1" dirty="0"/>
              <a:t>US Convencional</a:t>
            </a:r>
            <a:r>
              <a:rPr lang="pt-BR" sz="2000" dirty="0"/>
              <a:t> são:</a:t>
            </a:r>
          </a:p>
          <a:p>
            <a:pPr algn="just"/>
            <a:r>
              <a:rPr lang="pt-BR" sz="2000" dirty="0"/>
              <a:t>A FEG o tecido é mal oxigenado, mal nutrido, desorganizado e sem elasticidade, resultante de um mínimo funcionamento do sistema circulatório e das consecutivas transformações do tecido conjuntivo. </a:t>
            </a:r>
          </a:p>
          <a:p>
            <a:pPr algn="just"/>
            <a:r>
              <a:rPr lang="pt-BR" sz="2000" dirty="0"/>
              <a:t>O uso do US na celulite está vinculado a seus efeitos fisiológicos associados a sua capacidade de veiculação de substâncias através da pele. </a:t>
            </a:r>
          </a:p>
          <a:p>
            <a:pPr algn="just"/>
            <a:r>
              <a:rPr lang="pt-BR" sz="2000" dirty="0"/>
              <a:t>Dentre os efeitos podemos destacar a neovascularização com consequente aumento da circulação, melhora da extensibilidade das fibras de colágeno, melhora das propriedades mecânicas dos tecidos. 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D485B-8294-4E8E-8C1D-43281A8C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CA614E-9127-48B2-889C-A9C248FC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Como a vibração ultrassônica melhora a drenagem e a circulação regional, em consequência reduz a retenção de água. </a:t>
            </a:r>
          </a:p>
          <a:p>
            <a:pPr algn="just"/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Ao </a:t>
            </a:r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soltar as travas de tecido conjuntivo das camadas mais profundas da pele, há uma redução das células de gordura deixando a pele com um aparência mais lisa e uniforme.</a:t>
            </a:r>
            <a:endParaRPr lang="pt-BR" sz="24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15615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Na cicatriz faz o amolecimento do tecido em consequência, melhora a mobilização de cicatrizes aderentes.</a:t>
            </a:r>
          </a:p>
          <a:p>
            <a:pPr algn="just" fontAlgn="base"/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Na flacidez faz e</a:t>
            </a:r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feitos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de </a:t>
            </a:r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neovascularização aumentando 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 </a:t>
            </a:r>
            <a:r>
              <a:rPr lang="pt-BR" sz="24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extensibilidade das fibras colágenas e melhora das propriedades mecânicas do tecido.</a:t>
            </a:r>
            <a:r>
              <a:rPr lang="pt-BR" sz="24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 O US deve ser utilizado já na fase inflamatória do reparo tecidual.</a:t>
            </a:r>
            <a:endParaRPr lang="pt-BR" sz="2400" b="0" i="0" dirty="0"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  <a:p>
            <a:pPr marL="0" indent="0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9B38F-426D-E884-1D1F-A2AC31F6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1DD0BE-C602-D3E6-46A7-D4FB8D374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258ED1-4DE4-1A5F-6DDA-D113C0400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733425"/>
            <a:ext cx="520065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592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4E3A3-89B5-1416-84E4-DD233138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316371-65EE-0B3D-4D3D-DAE777B92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37896B-9E90-947F-8DE9-B82C01850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24110"/>
            <a:ext cx="8568952" cy="604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484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4274" name="Picture 2" descr="Image result for ultrassom na cicatrizaca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357166"/>
            <a:ext cx="3657600" cy="61817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96B9C-EC17-4188-B8CE-D7733B6B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F5D942-9BAA-4485-9053-045FDA004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pt-BR" sz="21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A </a:t>
            </a:r>
            <a:r>
              <a:rPr lang="pt-BR" sz="21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LIPODISTROFIA</a:t>
            </a:r>
            <a:r>
              <a:rPr lang="pt-BR" sz="21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 é uma das disfunções mais procuradas para ser tratada. </a:t>
            </a:r>
          </a:p>
          <a:p>
            <a:pPr algn="l" fontAlgn="base"/>
            <a:r>
              <a:rPr lang="pt-BR" sz="21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O </a:t>
            </a:r>
            <a:r>
              <a:rPr lang="pt-BR" sz="2100" b="1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US Focado </a:t>
            </a:r>
            <a:r>
              <a:rPr lang="pt-BR" sz="21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é o mais indicado pode ser direcionado para áreas muito bem delimitadas, provocando </a:t>
            </a:r>
            <a:r>
              <a:rPr lang="pt-BR" sz="2100" dirty="0">
                <a:solidFill>
                  <a:schemeClr val="bg2">
                    <a:lumMod val="25000"/>
                  </a:schemeClr>
                </a:solidFill>
                <a:latin typeface="+mj-lt"/>
              </a:rPr>
              <a:t>a a</a:t>
            </a:r>
            <a:r>
              <a:rPr lang="pt-BR" sz="2100" b="0" i="0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celeração do metabolismo local reduzindo as medidas e favorecendo uma melhora na remodelagem corporal.</a:t>
            </a:r>
          </a:p>
        </p:txBody>
      </p:sp>
    </p:spTree>
    <p:extLst>
      <p:ext uri="{BB962C8B-B14F-4D97-AF65-F5344CB8AC3E}">
        <p14:creationId xmlns:p14="http://schemas.microsoft.com/office/powerpoint/2010/main" val="29502963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65BA3-9919-0533-2C38-134F03E9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4F0297-3053-1D28-53E2-845EA4179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92C8B2-8B78-A3AE-D7EB-FFEE61041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3" y="764704"/>
            <a:ext cx="7520316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733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1E519-7254-5A36-F94F-B53AABB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08D8AC-A073-65F7-FFE2-0B68FB981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A1CF28-80ED-1B8C-09AF-BF37E0A6D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404664"/>
            <a:ext cx="7128791" cy="645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52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999B9-A78D-5630-4A60-41856A98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84F256-202A-B8C5-72CB-51B2F26CB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/>
              <a:t>Na fibrose e na FEG Nodular ele também pode ser um grande aliado no tratamento, pois essas disfunções são mais localizada e rígidas, características atrativas para uma cavitação instável que o US Focado faz. </a:t>
            </a:r>
          </a:p>
        </p:txBody>
      </p:sp>
    </p:spTree>
    <p:extLst>
      <p:ext uri="{BB962C8B-B14F-4D97-AF65-F5344CB8AC3E}">
        <p14:creationId xmlns:p14="http://schemas.microsoft.com/office/powerpoint/2010/main" val="11618657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93822-BAB5-4AFE-02B3-1704037A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044CF0-E38A-6F0F-1B16-86F6E5BE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FBFBA4E-B5AD-54F4-2252-51B34DB3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54" y="568051"/>
            <a:ext cx="8754892" cy="566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105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022E1-F4B3-06C5-B216-46112D14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FB3021-18D7-07C9-E099-887C99987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3F2327-3B0F-FAA2-BB6D-D951F2A6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707"/>
            <a:ext cx="9144000" cy="640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721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341F3-6864-1907-68C1-D1B7F35F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4FBE76-307D-4BC2-543C-477E97D2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596" y="1905000"/>
            <a:ext cx="6591985" cy="4328890"/>
          </a:xfrm>
        </p:spPr>
        <p:txBody>
          <a:bodyPr>
            <a:normAutofit/>
          </a:bodyPr>
          <a:lstStyle/>
          <a:p>
            <a:r>
              <a:rPr lang="pt-BR" sz="2000" dirty="0"/>
              <a:t>CONTRA INDICAÇÕES </a:t>
            </a:r>
          </a:p>
          <a:p>
            <a:r>
              <a:rPr lang="pt-BR" sz="2000" dirty="0"/>
              <a:t>Gestantes</a:t>
            </a:r>
          </a:p>
          <a:p>
            <a:r>
              <a:rPr lang="pt-BR" sz="2000" dirty="0"/>
              <a:t>Alterações no perfil lipídico </a:t>
            </a:r>
          </a:p>
          <a:p>
            <a:r>
              <a:rPr lang="pt-BR" sz="2000" dirty="0"/>
              <a:t>Tratamentos de fertilização </a:t>
            </a:r>
          </a:p>
          <a:p>
            <a:r>
              <a:rPr lang="pt-BR" sz="2000" dirty="0"/>
              <a:t>Insuficiência cardíaca, renal e hepática</a:t>
            </a:r>
          </a:p>
          <a:p>
            <a:r>
              <a:rPr lang="pt-BR" sz="2000" dirty="0"/>
              <a:t>Tratamento oncológico </a:t>
            </a:r>
          </a:p>
          <a:p>
            <a:r>
              <a:rPr lang="pt-BR" sz="2000" dirty="0"/>
              <a:t>Pós operatório verificar especificações</a:t>
            </a:r>
          </a:p>
          <a:p>
            <a:r>
              <a:rPr lang="pt-BR" sz="2000" dirty="0"/>
              <a:t>Pele com lesão </a:t>
            </a:r>
          </a:p>
          <a:p>
            <a:r>
              <a:rPr lang="pt-BR" sz="2000" dirty="0"/>
              <a:t>Obesos  </a:t>
            </a:r>
          </a:p>
        </p:txBody>
      </p:sp>
    </p:spTree>
    <p:extLst>
      <p:ext uri="{BB962C8B-B14F-4D97-AF65-F5344CB8AC3E}">
        <p14:creationId xmlns:p14="http://schemas.microsoft.com/office/powerpoint/2010/main" val="5659197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F967-2D55-1952-0816-E8D010110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8531B-4CFE-3359-1DEF-0BCA20AB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F25897-2EF0-F70C-78E1-F0CA096EA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596" y="1905000"/>
            <a:ext cx="6591985" cy="4328890"/>
          </a:xfrm>
        </p:spPr>
        <p:txBody>
          <a:bodyPr>
            <a:normAutofit/>
          </a:bodyPr>
          <a:lstStyle/>
          <a:p>
            <a:r>
              <a:rPr lang="pt-BR" sz="2000" dirty="0"/>
              <a:t>CONTRA INDICAÇÕES </a:t>
            </a:r>
          </a:p>
          <a:p>
            <a:r>
              <a:rPr lang="pt-BR" sz="2000" dirty="0"/>
              <a:t>Labirintite</a:t>
            </a:r>
          </a:p>
          <a:p>
            <a:r>
              <a:rPr lang="pt-BR" sz="2000" dirty="0"/>
              <a:t>Sobre placas metálicas </a:t>
            </a:r>
          </a:p>
          <a:p>
            <a:r>
              <a:rPr lang="pt-BR" sz="2000" dirty="0"/>
              <a:t>Local com </a:t>
            </a:r>
            <a:r>
              <a:rPr lang="pt-BR" sz="2000" dirty="0" err="1"/>
              <a:t>lipoenxertia</a:t>
            </a:r>
            <a:r>
              <a:rPr lang="pt-BR" sz="2000" dirty="0"/>
              <a:t> para </a:t>
            </a:r>
            <a:r>
              <a:rPr lang="pt-BR" sz="2000" dirty="0" err="1"/>
              <a:t>mateiais</a:t>
            </a:r>
            <a:r>
              <a:rPr lang="pt-BR" sz="2000" dirty="0"/>
              <a:t> que exigem </a:t>
            </a:r>
            <a:r>
              <a:rPr lang="pt-BR" sz="2000"/>
              <a:t>esta especificação 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454204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F9BD0-41A4-6962-7389-189E6E583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01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C26806-8154-FBBC-6868-AFAE4B78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40189"/>
            <a:ext cx="6591985" cy="3777622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1- M.P tem 23 anos e a queixa corporal dela é FEG Inflamatória na região glútea. Qual tratamento seria atribuído para esta paciente que inclua ativos, US convencional e terapia manual?</a:t>
            </a:r>
          </a:p>
          <a:p>
            <a:pPr algn="just"/>
            <a:r>
              <a:rPr lang="pt-BR" sz="2000" dirty="0"/>
              <a:t>2- P.A tem 33 anos e sua disfunção é LDL nas laterais do abdômen com dobra de 5 cm e FEG Nodular em glúteos. Quais as alternativas dentro do que já foi estudado em eletro e em outras disciplinas que possam ajudar a cliente neste caso?</a:t>
            </a:r>
          </a:p>
          <a:p>
            <a:pPr algn="just"/>
            <a:r>
              <a:rPr lang="pt-BR" sz="2000" dirty="0"/>
              <a:t>3- N.B fez lipoaspiração no abdômen e está muito inchada e com dor nas laterais costais, devido ao começo de lesões fibrosas. Qual seria o seu protocolo que amenizasse a queixa da paciente</a:t>
            </a:r>
          </a:p>
        </p:txBody>
      </p:sp>
    </p:spTree>
    <p:extLst>
      <p:ext uri="{BB962C8B-B14F-4D97-AF65-F5344CB8AC3E}">
        <p14:creationId xmlns:p14="http://schemas.microsoft.com/office/powerpoint/2010/main" val="90599056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72619-3429-A2D2-D70A-23FD570E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7B605-9448-7883-5AEF-465DAAFE4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4- L.B tem 45 anos e fez uma abdominoplastia a 15 anos atrás e a queixa é uma fibrose crônica. Mas, na avaliação corporal, você verificou que ela possuí FEG Inflamatória e Nodular em membros inferiores. Neste caso, quais seriam suas ideias de tratamento para esta cliente?</a:t>
            </a:r>
          </a:p>
          <a:p>
            <a:pPr algn="just"/>
            <a:r>
              <a:rPr lang="pt-BR" sz="2000" dirty="0"/>
              <a:t>5- J.E sexo masculino de 37 anos, sua queixa é dor nas panturrilhas. Teria alguma alternativa na área estética para a queixa do paciente? Se sim, descreva o tratamento!</a:t>
            </a:r>
          </a:p>
        </p:txBody>
      </p:sp>
    </p:spTree>
    <p:extLst>
      <p:ext uri="{BB962C8B-B14F-4D97-AF65-F5344CB8AC3E}">
        <p14:creationId xmlns:p14="http://schemas.microsoft.com/office/powerpoint/2010/main" val="2365115095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13778</TotalTime>
  <Words>3344</Words>
  <Application>Microsoft Office PowerPoint</Application>
  <PresentationFormat>Apresentação na tela (4:3)</PresentationFormat>
  <Paragraphs>348</Paragraphs>
  <Slides>93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93</vt:i4>
      </vt:variant>
    </vt:vector>
  </HeadingPairs>
  <TitlesOfParts>
    <vt:vector size="99" baseType="lpstr">
      <vt:lpstr>Arial</vt:lpstr>
      <vt:lpstr>Calibri</vt:lpstr>
      <vt:lpstr>Century Gothic</vt:lpstr>
      <vt:lpstr>Roboto</vt:lpstr>
      <vt:lpstr>Wingdings 3</vt:lpstr>
      <vt:lpstr>Cacho</vt:lpstr>
      <vt:lpstr>DISCIPLINA DE ELETROTERAPIA  </vt:lpstr>
      <vt:lpstr>ELETROTERAPIA – INTRODUÇÃO  </vt:lpstr>
      <vt:lpstr>ELETROTERAPIA </vt:lpstr>
      <vt:lpstr>ELETROTERAPIA </vt:lpstr>
      <vt:lpstr>ELETROTERAPIA</vt:lpstr>
      <vt:lpstr>ELETROTERAPIA </vt:lpstr>
      <vt:lpstr>ELETROTERAPIA </vt:lpstr>
      <vt:lpstr>ELETROTERAPIA</vt:lpstr>
      <vt:lpstr>ULTRASSOM  TERAPIA COMBINADA ULTRACAVITAÇÃO  U.S FOCALIZADO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Apresentação do PowerPoint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Apresentação do PowerPoint</vt:lpstr>
      <vt:lpstr>ULTRASSOM</vt:lpstr>
      <vt:lpstr>ERA = MANOPLA= CABEÇOTE</vt:lpstr>
      <vt:lpstr>Apresentação do PowerPoint</vt:lpstr>
      <vt:lpstr>ULTRASSOM</vt:lpstr>
      <vt:lpstr>ULTRASSOM</vt:lpstr>
      <vt:lpstr>ULTRASSOM</vt:lpstr>
      <vt:lpstr>ULTRASSOM </vt:lpstr>
      <vt:lpstr>ULTRASSOM</vt:lpstr>
      <vt:lpstr>ULTRASSOM</vt:lpstr>
      <vt:lpstr>ULTRASSOM</vt:lpstr>
      <vt:lpstr>ULTRASSOM</vt:lpstr>
      <vt:lpstr>ULTRASSOM - PULSADO</vt:lpstr>
      <vt:lpstr>ULTRASSOM</vt:lpstr>
      <vt:lpstr>ULTRASSOM</vt:lpstr>
      <vt:lpstr>ULTRASSOM - PULSADO</vt:lpstr>
      <vt:lpstr>ULTRASSOM - CONTINUO </vt:lpstr>
      <vt:lpstr>EXEMPLOS</vt:lpstr>
      <vt:lpstr>EXEMPLOS</vt:lpstr>
      <vt:lpstr>EXEMPLOS</vt:lpstr>
      <vt:lpstr>Apresentação do PowerPoint</vt:lpstr>
      <vt:lpstr>ULTRASSOM</vt:lpstr>
      <vt:lpstr>ULTRASSOM</vt:lpstr>
      <vt:lpstr>ULTRASSOM</vt:lpstr>
      <vt:lpstr>ULTRASSOM</vt:lpstr>
      <vt:lpstr>ULTRASSOM</vt:lpstr>
      <vt:lpstr>ULTRASSOM</vt:lpstr>
      <vt:lpstr>ULTRASSOM</vt:lpstr>
      <vt:lpstr>ULTRASSOM FOCADO CAVITAÇÃO  ULTRACAVITAÇÃO </vt:lpstr>
      <vt:lpstr>ULTRASSOM</vt:lpstr>
      <vt:lpstr>ULTRASSOM</vt:lpstr>
      <vt:lpstr>ULTRASSOM </vt:lpstr>
      <vt:lpstr>Apresentação do PowerPoint</vt:lpstr>
      <vt:lpstr>ULTRASSOM</vt:lpstr>
      <vt:lpstr>ULTRASSOM</vt:lpstr>
      <vt:lpstr>ULTRASSOM</vt:lpstr>
      <vt:lpstr>ULTRASSOM</vt:lpstr>
      <vt:lpstr>ULTRASSOM</vt:lpstr>
      <vt:lpstr>ULTRASSOM</vt:lpstr>
      <vt:lpstr>Apresentação do PowerPoint</vt:lpstr>
      <vt:lpstr>Apresentação do PowerPoint</vt:lpstr>
      <vt:lpstr>ULTRASSOM</vt:lpstr>
      <vt:lpstr>INDUÇÃO DA LIPOLISE </vt:lpstr>
      <vt:lpstr>Apresentação do PowerPoint</vt:lpstr>
      <vt:lpstr> </vt:lpstr>
      <vt:lpstr>ULTRASSOM</vt:lpstr>
      <vt:lpstr>ULTRASSOM</vt:lpstr>
      <vt:lpstr>Apresentação do PowerPoint</vt:lpstr>
      <vt:lpstr>Apresentação do PowerPoint</vt:lpstr>
      <vt:lpstr>Apresentação do PowerPoint</vt:lpstr>
      <vt:lpstr>ULTRASSOM</vt:lpstr>
      <vt:lpstr>Apresentação do PowerPoint</vt:lpstr>
      <vt:lpstr>Apresentação do PowerPoint</vt:lpstr>
      <vt:lpstr>ULTRASSOM</vt:lpstr>
      <vt:lpstr>Apresentação do PowerPoint</vt:lpstr>
      <vt:lpstr>Apresentação do PowerPoint</vt:lpstr>
      <vt:lpstr>ULTRASSOM</vt:lpstr>
      <vt:lpstr>ULTRASSOM</vt:lpstr>
      <vt:lpstr>Atividades 01 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Ultrasson</dc:title>
  <dc:creator>Windows</dc:creator>
  <cp:lastModifiedBy>mariana justi</cp:lastModifiedBy>
  <cp:revision>166</cp:revision>
  <dcterms:created xsi:type="dcterms:W3CDTF">2017-03-14T14:15:47Z</dcterms:created>
  <dcterms:modified xsi:type="dcterms:W3CDTF">2025-07-28T21:44:16Z</dcterms:modified>
</cp:coreProperties>
</file>