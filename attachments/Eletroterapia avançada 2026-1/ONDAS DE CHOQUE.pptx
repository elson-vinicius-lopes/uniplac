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8" r:id="rId5"/>
    <p:sldId id="263" r:id="rId6"/>
    <p:sldId id="280" r:id="rId7"/>
    <p:sldId id="277" r:id="rId8"/>
    <p:sldId id="278" r:id="rId9"/>
    <p:sldId id="281" r:id="rId10"/>
    <p:sldId id="292" r:id="rId11"/>
    <p:sldId id="282" r:id="rId12"/>
    <p:sldId id="259" r:id="rId13"/>
    <p:sldId id="264" r:id="rId14"/>
    <p:sldId id="265" r:id="rId15"/>
    <p:sldId id="283" r:id="rId16"/>
    <p:sldId id="260" r:id="rId17"/>
    <p:sldId id="261" r:id="rId18"/>
    <p:sldId id="284" r:id="rId19"/>
    <p:sldId id="286" r:id="rId20"/>
    <p:sldId id="285" r:id="rId21"/>
    <p:sldId id="287" r:id="rId22"/>
    <p:sldId id="262" r:id="rId23"/>
    <p:sldId id="266" r:id="rId24"/>
    <p:sldId id="291" r:id="rId25"/>
    <p:sldId id="267" r:id="rId26"/>
    <p:sldId id="268" r:id="rId27"/>
    <p:sldId id="279" r:id="rId28"/>
    <p:sldId id="269" r:id="rId29"/>
    <p:sldId id="275" r:id="rId30"/>
    <p:sldId id="270" r:id="rId31"/>
    <p:sldId id="271" r:id="rId32"/>
    <p:sldId id="272" r:id="rId33"/>
    <p:sldId id="288" r:id="rId34"/>
    <p:sldId id="289" r:id="rId35"/>
    <p:sldId id="290" r:id="rId36"/>
    <p:sldId id="273" r:id="rId37"/>
    <p:sldId id="274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E6E81B-07C3-4AE4-BC40-EF43AE83ED2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C20AD38-F16D-4B93-8B90-FA88ED7870DA}">
      <dgm:prSet phldrT="[Texto]"/>
      <dgm:spPr/>
      <dgm:t>
        <a:bodyPr/>
        <a:lstStyle/>
        <a:p>
          <a:r>
            <a:rPr lang="pt-BR" dirty="0"/>
            <a:t>ONDAS DE CHOQUE </a:t>
          </a:r>
        </a:p>
      </dgm:t>
    </dgm:pt>
    <dgm:pt modelId="{87ECE8E9-B545-4C31-9D81-A56D28F31E59}" type="parTrans" cxnId="{9422F833-32D7-4BF9-A914-23001620A291}">
      <dgm:prSet/>
      <dgm:spPr/>
      <dgm:t>
        <a:bodyPr/>
        <a:lstStyle/>
        <a:p>
          <a:endParaRPr lang="pt-BR"/>
        </a:p>
      </dgm:t>
    </dgm:pt>
    <dgm:pt modelId="{3B9DC77E-30C5-4F5B-82BF-E84CCB3BFFFB}" type="sibTrans" cxnId="{9422F833-32D7-4BF9-A914-23001620A291}">
      <dgm:prSet/>
      <dgm:spPr/>
      <dgm:t>
        <a:bodyPr/>
        <a:lstStyle/>
        <a:p>
          <a:endParaRPr lang="pt-BR"/>
        </a:p>
      </dgm:t>
    </dgm:pt>
    <dgm:pt modelId="{E9AC4174-7503-4FA0-AA65-F15ADAE2B750}" type="asst">
      <dgm:prSet phldrT="[Texto]"/>
      <dgm:spPr/>
      <dgm:t>
        <a:bodyPr/>
        <a:lstStyle/>
        <a:p>
          <a:r>
            <a:rPr lang="pt-BR" dirty="0"/>
            <a:t>RADIAL </a:t>
          </a:r>
        </a:p>
      </dgm:t>
    </dgm:pt>
    <dgm:pt modelId="{7247938D-A5D7-4EE1-9A48-FCB9CE13EE4B}" type="parTrans" cxnId="{D22BFEE8-E750-4571-A0CB-74D15CE40621}">
      <dgm:prSet/>
      <dgm:spPr/>
      <dgm:t>
        <a:bodyPr/>
        <a:lstStyle/>
        <a:p>
          <a:endParaRPr lang="pt-BR"/>
        </a:p>
      </dgm:t>
    </dgm:pt>
    <dgm:pt modelId="{E87E790B-E70A-4449-8AE5-374B84A7CB52}" type="sibTrans" cxnId="{D22BFEE8-E750-4571-A0CB-74D15CE40621}">
      <dgm:prSet/>
      <dgm:spPr/>
      <dgm:t>
        <a:bodyPr/>
        <a:lstStyle/>
        <a:p>
          <a:endParaRPr lang="pt-BR"/>
        </a:p>
      </dgm:t>
    </dgm:pt>
    <dgm:pt modelId="{E7137022-FD2A-4554-888D-FAE0447544BA}" type="asst">
      <dgm:prSet/>
      <dgm:spPr/>
      <dgm:t>
        <a:bodyPr/>
        <a:lstStyle/>
        <a:p>
          <a:r>
            <a:rPr lang="pt-BR" dirty="0"/>
            <a:t>FOCAL</a:t>
          </a:r>
        </a:p>
      </dgm:t>
    </dgm:pt>
    <dgm:pt modelId="{0A772D36-D3C6-4E4E-8F2A-DAAE6B34B4A1}" type="parTrans" cxnId="{10AF85E8-2CEF-41C2-897E-3C0980C7C7B6}">
      <dgm:prSet/>
      <dgm:spPr/>
      <dgm:t>
        <a:bodyPr/>
        <a:lstStyle/>
        <a:p>
          <a:endParaRPr lang="pt-BR"/>
        </a:p>
      </dgm:t>
    </dgm:pt>
    <dgm:pt modelId="{A66A3C2D-707F-462B-A0FC-BE0F9491A41E}" type="sibTrans" cxnId="{10AF85E8-2CEF-41C2-897E-3C0980C7C7B6}">
      <dgm:prSet/>
      <dgm:spPr/>
      <dgm:t>
        <a:bodyPr/>
        <a:lstStyle/>
        <a:p>
          <a:endParaRPr lang="pt-BR"/>
        </a:p>
      </dgm:t>
    </dgm:pt>
    <dgm:pt modelId="{CFEC6F6E-A86B-4D83-9761-B7E1EB185AE7}">
      <dgm:prSet/>
      <dgm:spPr/>
      <dgm:t>
        <a:bodyPr/>
        <a:lstStyle/>
        <a:p>
          <a:r>
            <a:rPr lang="pt-BR" dirty="0"/>
            <a:t>INTENSIDADE</a:t>
          </a:r>
        </a:p>
      </dgm:t>
    </dgm:pt>
    <dgm:pt modelId="{9909C8A8-518E-4719-90F1-C7D87E70717C}" type="parTrans" cxnId="{233850C6-41FB-4A51-9B89-E37FB44617E5}">
      <dgm:prSet/>
      <dgm:spPr/>
      <dgm:t>
        <a:bodyPr/>
        <a:lstStyle/>
        <a:p>
          <a:endParaRPr lang="pt-BR"/>
        </a:p>
      </dgm:t>
    </dgm:pt>
    <dgm:pt modelId="{53E7B564-23D1-4E94-9437-77E48CC99763}" type="sibTrans" cxnId="{233850C6-41FB-4A51-9B89-E37FB44617E5}">
      <dgm:prSet/>
      <dgm:spPr/>
      <dgm:t>
        <a:bodyPr/>
        <a:lstStyle/>
        <a:p>
          <a:endParaRPr lang="pt-BR"/>
        </a:p>
      </dgm:t>
    </dgm:pt>
    <dgm:pt modelId="{CA362852-CEB4-4A17-992A-36AADF86F0E4}">
      <dgm:prSet/>
      <dgm:spPr/>
      <dgm:t>
        <a:bodyPr/>
        <a:lstStyle/>
        <a:p>
          <a:r>
            <a:rPr lang="pt-BR" dirty="0" err="1"/>
            <a:t>mJ</a:t>
          </a:r>
          <a:endParaRPr lang="pt-BR" dirty="0"/>
        </a:p>
      </dgm:t>
    </dgm:pt>
    <dgm:pt modelId="{D9FA98F0-B954-48C7-9D06-BF34BDA1F3D9}" type="parTrans" cxnId="{88A01BDF-2B39-4778-93E6-B23AA6129932}">
      <dgm:prSet/>
      <dgm:spPr/>
      <dgm:t>
        <a:bodyPr/>
        <a:lstStyle/>
        <a:p>
          <a:endParaRPr lang="pt-BR"/>
        </a:p>
      </dgm:t>
    </dgm:pt>
    <dgm:pt modelId="{01A3CDF0-4E74-4678-8ACA-68D4EE30E490}" type="sibTrans" cxnId="{88A01BDF-2B39-4778-93E6-B23AA6129932}">
      <dgm:prSet/>
      <dgm:spPr/>
      <dgm:t>
        <a:bodyPr/>
        <a:lstStyle/>
        <a:p>
          <a:endParaRPr lang="pt-BR"/>
        </a:p>
      </dgm:t>
    </dgm:pt>
    <dgm:pt modelId="{E33B65C8-2BA5-40B6-A2A2-1E3349B2A682}">
      <dgm:prSet/>
      <dgm:spPr/>
      <dgm:t>
        <a:bodyPr/>
        <a:lstStyle/>
        <a:p>
          <a:r>
            <a:rPr lang="pt-BR" dirty="0"/>
            <a:t>BAR</a:t>
          </a:r>
        </a:p>
      </dgm:t>
    </dgm:pt>
    <dgm:pt modelId="{67D3571A-5FF0-4C99-A6E9-5BFA1CDAE618}" type="parTrans" cxnId="{637A487B-DE9D-4C9E-89C3-8706C79E56D1}">
      <dgm:prSet/>
      <dgm:spPr/>
      <dgm:t>
        <a:bodyPr/>
        <a:lstStyle/>
        <a:p>
          <a:endParaRPr lang="pt-BR"/>
        </a:p>
      </dgm:t>
    </dgm:pt>
    <dgm:pt modelId="{1B454545-F567-42E2-88E6-F511890B3743}" type="sibTrans" cxnId="{637A487B-DE9D-4C9E-89C3-8706C79E56D1}">
      <dgm:prSet/>
      <dgm:spPr/>
      <dgm:t>
        <a:bodyPr/>
        <a:lstStyle/>
        <a:p>
          <a:endParaRPr lang="pt-BR"/>
        </a:p>
      </dgm:t>
    </dgm:pt>
    <dgm:pt modelId="{A9E9F7ED-C799-4346-90A0-3E29F80392A3}" type="pres">
      <dgm:prSet presAssocID="{59E6E81B-07C3-4AE4-BC40-EF43AE83ED2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271BC8B-D042-4311-A563-735C90328D5E}" type="pres">
      <dgm:prSet presAssocID="{AC20AD38-F16D-4B93-8B90-FA88ED7870DA}" presName="hierRoot1" presStyleCnt="0">
        <dgm:presLayoutVars>
          <dgm:hierBranch val="init"/>
        </dgm:presLayoutVars>
      </dgm:prSet>
      <dgm:spPr/>
    </dgm:pt>
    <dgm:pt modelId="{ABC2442A-315F-43C0-AE72-2CE9D2EF6AEF}" type="pres">
      <dgm:prSet presAssocID="{AC20AD38-F16D-4B93-8B90-FA88ED7870DA}" presName="rootComposite1" presStyleCnt="0"/>
      <dgm:spPr/>
    </dgm:pt>
    <dgm:pt modelId="{DE7477AC-094D-4809-9CB7-383F77229D1D}" type="pres">
      <dgm:prSet presAssocID="{AC20AD38-F16D-4B93-8B90-FA88ED7870DA}" presName="rootText1" presStyleLbl="node0" presStyleIdx="0" presStyleCnt="1">
        <dgm:presLayoutVars>
          <dgm:chPref val="3"/>
        </dgm:presLayoutVars>
      </dgm:prSet>
      <dgm:spPr/>
    </dgm:pt>
    <dgm:pt modelId="{2828EF73-B548-49FF-9948-047580617F08}" type="pres">
      <dgm:prSet presAssocID="{AC20AD38-F16D-4B93-8B90-FA88ED7870DA}" presName="rootConnector1" presStyleLbl="node1" presStyleIdx="0" presStyleCnt="0"/>
      <dgm:spPr/>
    </dgm:pt>
    <dgm:pt modelId="{0D6784E3-94BB-4980-85BA-E83865B6421A}" type="pres">
      <dgm:prSet presAssocID="{AC20AD38-F16D-4B93-8B90-FA88ED7870DA}" presName="hierChild2" presStyleCnt="0"/>
      <dgm:spPr/>
    </dgm:pt>
    <dgm:pt modelId="{9E00DFFA-6168-4362-8002-6E3E37BCBE9C}" type="pres">
      <dgm:prSet presAssocID="{AC20AD38-F16D-4B93-8B90-FA88ED7870DA}" presName="hierChild3" presStyleCnt="0"/>
      <dgm:spPr/>
    </dgm:pt>
    <dgm:pt modelId="{1089DD29-74B3-4924-B647-5C52B49EA66D}" type="pres">
      <dgm:prSet presAssocID="{0A772D36-D3C6-4E4E-8F2A-DAAE6B34B4A1}" presName="Name111" presStyleLbl="parChTrans1D2" presStyleIdx="0" presStyleCnt="2"/>
      <dgm:spPr/>
    </dgm:pt>
    <dgm:pt modelId="{ECA1D6B4-4EB4-4E06-8607-161C73A840AF}" type="pres">
      <dgm:prSet presAssocID="{E7137022-FD2A-4554-888D-FAE0447544BA}" presName="hierRoot3" presStyleCnt="0">
        <dgm:presLayoutVars>
          <dgm:hierBranch val="init"/>
        </dgm:presLayoutVars>
      </dgm:prSet>
      <dgm:spPr/>
    </dgm:pt>
    <dgm:pt modelId="{B4A308F5-1C76-4A86-98AD-07FE7BAABF84}" type="pres">
      <dgm:prSet presAssocID="{E7137022-FD2A-4554-888D-FAE0447544BA}" presName="rootComposite3" presStyleCnt="0"/>
      <dgm:spPr/>
    </dgm:pt>
    <dgm:pt modelId="{12B43D81-280D-4C2C-A936-2F745B60EEC1}" type="pres">
      <dgm:prSet presAssocID="{E7137022-FD2A-4554-888D-FAE0447544BA}" presName="rootText3" presStyleLbl="asst1" presStyleIdx="0" presStyleCnt="2">
        <dgm:presLayoutVars>
          <dgm:chPref val="3"/>
        </dgm:presLayoutVars>
      </dgm:prSet>
      <dgm:spPr/>
    </dgm:pt>
    <dgm:pt modelId="{37D35D3B-2D88-4EB2-8BF8-497542FFBD50}" type="pres">
      <dgm:prSet presAssocID="{E7137022-FD2A-4554-888D-FAE0447544BA}" presName="rootConnector3" presStyleLbl="asst1" presStyleIdx="0" presStyleCnt="2"/>
      <dgm:spPr/>
    </dgm:pt>
    <dgm:pt modelId="{7656CE70-4E22-4846-8A7A-7BEBEC9EC998}" type="pres">
      <dgm:prSet presAssocID="{E7137022-FD2A-4554-888D-FAE0447544BA}" presName="hierChild6" presStyleCnt="0"/>
      <dgm:spPr/>
    </dgm:pt>
    <dgm:pt modelId="{8B974C9D-CADA-4A71-9F03-21CF7B6E1E38}" type="pres">
      <dgm:prSet presAssocID="{E7137022-FD2A-4554-888D-FAE0447544BA}" presName="hierChild7" presStyleCnt="0"/>
      <dgm:spPr/>
    </dgm:pt>
    <dgm:pt modelId="{1C28F428-1C7C-4A02-BBE6-5B5D5E6078CD}" type="pres">
      <dgm:prSet presAssocID="{7247938D-A5D7-4EE1-9A48-FCB9CE13EE4B}" presName="Name111" presStyleLbl="parChTrans1D2" presStyleIdx="1" presStyleCnt="2"/>
      <dgm:spPr/>
    </dgm:pt>
    <dgm:pt modelId="{FBFB5FED-9F7B-47EC-84F8-8488D082F3E5}" type="pres">
      <dgm:prSet presAssocID="{E9AC4174-7503-4FA0-AA65-F15ADAE2B750}" presName="hierRoot3" presStyleCnt="0">
        <dgm:presLayoutVars>
          <dgm:hierBranch val="init"/>
        </dgm:presLayoutVars>
      </dgm:prSet>
      <dgm:spPr/>
    </dgm:pt>
    <dgm:pt modelId="{DBBB8B31-41A3-4499-8EC5-7B59A498C19E}" type="pres">
      <dgm:prSet presAssocID="{E9AC4174-7503-4FA0-AA65-F15ADAE2B750}" presName="rootComposite3" presStyleCnt="0"/>
      <dgm:spPr/>
    </dgm:pt>
    <dgm:pt modelId="{B6ED8DF8-1BF1-4E7F-80FC-48F0760644DB}" type="pres">
      <dgm:prSet presAssocID="{E9AC4174-7503-4FA0-AA65-F15ADAE2B750}" presName="rootText3" presStyleLbl="asst1" presStyleIdx="1" presStyleCnt="2">
        <dgm:presLayoutVars>
          <dgm:chPref val="3"/>
        </dgm:presLayoutVars>
      </dgm:prSet>
      <dgm:spPr/>
    </dgm:pt>
    <dgm:pt modelId="{980F9BBE-6CAE-4D7A-BB54-8D2066E4E4A8}" type="pres">
      <dgm:prSet presAssocID="{E9AC4174-7503-4FA0-AA65-F15ADAE2B750}" presName="rootConnector3" presStyleLbl="asst1" presStyleIdx="1" presStyleCnt="2"/>
      <dgm:spPr/>
    </dgm:pt>
    <dgm:pt modelId="{A45A1871-58CF-48E2-8776-3F4B35807BB2}" type="pres">
      <dgm:prSet presAssocID="{E9AC4174-7503-4FA0-AA65-F15ADAE2B750}" presName="hierChild6" presStyleCnt="0"/>
      <dgm:spPr/>
    </dgm:pt>
    <dgm:pt modelId="{407DB8F8-6060-4424-9D37-A8552AA461E5}" type="pres">
      <dgm:prSet presAssocID="{9909C8A8-518E-4719-90F1-C7D87E70717C}" presName="Name37" presStyleLbl="parChTrans1D3" presStyleIdx="0" presStyleCnt="1"/>
      <dgm:spPr/>
    </dgm:pt>
    <dgm:pt modelId="{E164F79C-1F97-4CF6-807C-10AF6716308B}" type="pres">
      <dgm:prSet presAssocID="{CFEC6F6E-A86B-4D83-9761-B7E1EB185AE7}" presName="hierRoot2" presStyleCnt="0">
        <dgm:presLayoutVars>
          <dgm:hierBranch val="init"/>
        </dgm:presLayoutVars>
      </dgm:prSet>
      <dgm:spPr/>
    </dgm:pt>
    <dgm:pt modelId="{87700001-20D1-472D-82C2-3F0BBCE07C1F}" type="pres">
      <dgm:prSet presAssocID="{CFEC6F6E-A86B-4D83-9761-B7E1EB185AE7}" presName="rootComposite" presStyleCnt="0"/>
      <dgm:spPr/>
    </dgm:pt>
    <dgm:pt modelId="{5EC41F64-4C10-4BFF-A483-F841647A29FF}" type="pres">
      <dgm:prSet presAssocID="{CFEC6F6E-A86B-4D83-9761-B7E1EB185AE7}" presName="rootText" presStyleLbl="node3" presStyleIdx="0" presStyleCnt="1">
        <dgm:presLayoutVars>
          <dgm:chPref val="3"/>
        </dgm:presLayoutVars>
      </dgm:prSet>
      <dgm:spPr/>
    </dgm:pt>
    <dgm:pt modelId="{95F36607-20D0-456A-B0CE-3962EACA3A08}" type="pres">
      <dgm:prSet presAssocID="{CFEC6F6E-A86B-4D83-9761-B7E1EB185AE7}" presName="rootConnector" presStyleLbl="node3" presStyleIdx="0" presStyleCnt="1"/>
      <dgm:spPr/>
    </dgm:pt>
    <dgm:pt modelId="{43D4E3D2-0DF7-40BF-ACF2-63EB8C9B6599}" type="pres">
      <dgm:prSet presAssocID="{CFEC6F6E-A86B-4D83-9761-B7E1EB185AE7}" presName="hierChild4" presStyleCnt="0"/>
      <dgm:spPr/>
    </dgm:pt>
    <dgm:pt modelId="{D002FC62-FF2E-49C0-88C6-2ECE504FCC7E}" type="pres">
      <dgm:prSet presAssocID="{D9FA98F0-B954-48C7-9D06-BF34BDA1F3D9}" presName="Name37" presStyleLbl="parChTrans1D4" presStyleIdx="0" presStyleCnt="2"/>
      <dgm:spPr/>
    </dgm:pt>
    <dgm:pt modelId="{AF7AD076-64A8-43A3-91CE-4C42AC918DF5}" type="pres">
      <dgm:prSet presAssocID="{CA362852-CEB4-4A17-992A-36AADF86F0E4}" presName="hierRoot2" presStyleCnt="0">
        <dgm:presLayoutVars>
          <dgm:hierBranch val="init"/>
        </dgm:presLayoutVars>
      </dgm:prSet>
      <dgm:spPr/>
    </dgm:pt>
    <dgm:pt modelId="{99F7EE3B-E5D0-4589-8CE2-94542D00F095}" type="pres">
      <dgm:prSet presAssocID="{CA362852-CEB4-4A17-992A-36AADF86F0E4}" presName="rootComposite" presStyleCnt="0"/>
      <dgm:spPr/>
    </dgm:pt>
    <dgm:pt modelId="{F62B989F-8278-4BCE-81F7-52E8DDC14906}" type="pres">
      <dgm:prSet presAssocID="{CA362852-CEB4-4A17-992A-36AADF86F0E4}" presName="rootText" presStyleLbl="node4" presStyleIdx="0" presStyleCnt="2">
        <dgm:presLayoutVars>
          <dgm:chPref val="3"/>
        </dgm:presLayoutVars>
      </dgm:prSet>
      <dgm:spPr/>
    </dgm:pt>
    <dgm:pt modelId="{3F76350A-0BB3-482B-8A73-956F9E079836}" type="pres">
      <dgm:prSet presAssocID="{CA362852-CEB4-4A17-992A-36AADF86F0E4}" presName="rootConnector" presStyleLbl="node4" presStyleIdx="0" presStyleCnt="2"/>
      <dgm:spPr/>
    </dgm:pt>
    <dgm:pt modelId="{682BEC9A-F7DF-4B74-9217-A88171401E92}" type="pres">
      <dgm:prSet presAssocID="{CA362852-CEB4-4A17-992A-36AADF86F0E4}" presName="hierChild4" presStyleCnt="0"/>
      <dgm:spPr/>
    </dgm:pt>
    <dgm:pt modelId="{8C8E31AB-111B-446C-A61F-A07A2F03ACE2}" type="pres">
      <dgm:prSet presAssocID="{67D3571A-5FF0-4C99-A6E9-5BFA1CDAE618}" presName="Name37" presStyleLbl="parChTrans1D4" presStyleIdx="1" presStyleCnt="2"/>
      <dgm:spPr/>
    </dgm:pt>
    <dgm:pt modelId="{29204AA2-FBE8-48F9-A37B-90DCD41E8DF9}" type="pres">
      <dgm:prSet presAssocID="{E33B65C8-2BA5-40B6-A2A2-1E3349B2A682}" presName="hierRoot2" presStyleCnt="0">
        <dgm:presLayoutVars>
          <dgm:hierBranch val="init"/>
        </dgm:presLayoutVars>
      </dgm:prSet>
      <dgm:spPr/>
    </dgm:pt>
    <dgm:pt modelId="{286C84D6-C9D6-4310-800D-CA0CCD56E2D0}" type="pres">
      <dgm:prSet presAssocID="{E33B65C8-2BA5-40B6-A2A2-1E3349B2A682}" presName="rootComposite" presStyleCnt="0"/>
      <dgm:spPr/>
    </dgm:pt>
    <dgm:pt modelId="{69B79F08-7E72-4863-BD10-D07E2A8770CF}" type="pres">
      <dgm:prSet presAssocID="{E33B65C8-2BA5-40B6-A2A2-1E3349B2A682}" presName="rootText" presStyleLbl="node4" presStyleIdx="1" presStyleCnt="2">
        <dgm:presLayoutVars>
          <dgm:chPref val="3"/>
        </dgm:presLayoutVars>
      </dgm:prSet>
      <dgm:spPr/>
    </dgm:pt>
    <dgm:pt modelId="{ED74D210-054F-4E82-8A4A-082B968D8FE1}" type="pres">
      <dgm:prSet presAssocID="{E33B65C8-2BA5-40B6-A2A2-1E3349B2A682}" presName="rootConnector" presStyleLbl="node4" presStyleIdx="1" presStyleCnt="2"/>
      <dgm:spPr/>
    </dgm:pt>
    <dgm:pt modelId="{4BA9F68D-282F-4E6D-BBCE-9C1F1113C7BB}" type="pres">
      <dgm:prSet presAssocID="{E33B65C8-2BA5-40B6-A2A2-1E3349B2A682}" presName="hierChild4" presStyleCnt="0"/>
      <dgm:spPr/>
    </dgm:pt>
    <dgm:pt modelId="{5396F32F-03EA-4578-B81A-B154046CDB55}" type="pres">
      <dgm:prSet presAssocID="{E33B65C8-2BA5-40B6-A2A2-1E3349B2A682}" presName="hierChild5" presStyleCnt="0"/>
      <dgm:spPr/>
    </dgm:pt>
    <dgm:pt modelId="{18FE34A7-B8A8-44FC-8618-EAFB73D62ABE}" type="pres">
      <dgm:prSet presAssocID="{CA362852-CEB4-4A17-992A-36AADF86F0E4}" presName="hierChild5" presStyleCnt="0"/>
      <dgm:spPr/>
    </dgm:pt>
    <dgm:pt modelId="{E2C9A92B-72B3-49B8-AE14-1AB44C260F13}" type="pres">
      <dgm:prSet presAssocID="{CFEC6F6E-A86B-4D83-9761-B7E1EB185AE7}" presName="hierChild5" presStyleCnt="0"/>
      <dgm:spPr/>
    </dgm:pt>
    <dgm:pt modelId="{0AA7C3AB-0C48-4865-956B-F13DCA5BAFD2}" type="pres">
      <dgm:prSet presAssocID="{E9AC4174-7503-4FA0-AA65-F15ADAE2B750}" presName="hierChild7" presStyleCnt="0"/>
      <dgm:spPr/>
    </dgm:pt>
  </dgm:ptLst>
  <dgm:cxnLst>
    <dgm:cxn modelId="{524D5A08-3D79-4B1E-916C-9ED01A399830}" type="presOf" srcId="{AC20AD38-F16D-4B93-8B90-FA88ED7870DA}" destId="{2828EF73-B548-49FF-9948-047580617F08}" srcOrd="1" destOrd="0" presId="urn:microsoft.com/office/officeart/2005/8/layout/orgChart1"/>
    <dgm:cxn modelId="{EBA25A19-338D-4263-8C1D-AD620D8547B2}" type="presOf" srcId="{CFEC6F6E-A86B-4D83-9761-B7E1EB185AE7}" destId="{95F36607-20D0-456A-B0CE-3962EACA3A08}" srcOrd="1" destOrd="0" presId="urn:microsoft.com/office/officeart/2005/8/layout/orgChart1"/>
    <dgm:cxn modelId="{6BB56F26-5B76-4677-AF6F-25FF9D290AA9}" type="presOf" srcId="{CA362852-CEB4-4A17-992A-36AADF86F0E4}" destId="{F62B989F-8278-4BCE-81F7-52E8DDC14906}" srcOrd="0" destOrd="0" presId="urn:microsoft.com/office/officeart/2005/8/layout/orgChart1"/>
    <dgm:cxn modelId="{9422F833-32D7-4BF9-A914-23001620A291}" srcId="{59E6E81B-07C3-4AE4-BC40-EF43AE83ED22}" destId="{AC20AD38-F16D-4B93-8B90-FA88ED7870DA}" srcOrd="0" destOrd="0" parTransId="{87ECE8E9-B545-4C31-9D81-A56D28F31E59}" sibTransId="{3B9DC77E-30C5-4F5B-82BF-E84CCB3BFFFB}"/>
    <dgm:cxn modelId="{D70E8F3A-B814-4EBB-B4A8-1C343EFC2CA0}" type="presOf" srcId="{7247938D-A5D7-4EE1-9A48-FCB9CE13EE4B}" destId="{1C28F428-1C7C-4A02-BBE6-5B5D5E6078CD}" srcOrd="0" destOrd="0" presId="urn:microsoft.com/office/officeart/2005/8/layout/orgChart1"/>
    <dgm:cxn modelId="{72B34366-9AEC-49B1-B185-548C423B3471}" type="presOf" srcId="{59E6E81B-07C3-4AE4-BC40-EF43AE83ED22}" destId="{A9E9F7ED-C799-4346-90A0-3E29F80392A3}" srcOrd="0" destOrd="0" presId="urn:microsoft.com/office/officeart/2005/8/layout/orgChart1"/>
    <dgm:cxn modelId="{2811D36F-1DD9-4F07-94A8-42964F4F3724}" type="presOf" srcId="{AC20AD38-F16D-4B93-8B90-FA88ED7870DA}" destId="{DE7477AC-094D-4809-9CB7-383F77229D1D}" srcOrd="0" destOrd="0" presId="urn:microsoft.com/office/officeart/2005/8/layout/orgChart1"/>
    <dgm:cxn modelId="{32683E75-12F9-4BF4-AE2C-0C50959F503F}" type="presOf" srcId="{E9AC4174-7503-4FA0-AA65-F15ADAE2B750}" destId="{B6ED8DF8-1BF1-4E7F-80FC-48F0760644DB}" srcOrd="0" destOrd="0" presId="urn:microsoft.com/office/officeart/2005/8/layout/orgChart1"/>
    <dgm:cxn modelId="{33CBA976-E46E-4DB6-9CD9-800998D8E32E}" type="presOf" srcId="{E33B65C8-2BA5-40B6-A2A2-1E3349B2A682}" destId="{ED74D210-054F-4E82-8A4A-082B968D8FE1}" srcOrd="1" destOrd="0" presId="urn:microsoft.com/office/officeart/2005/8/layout/orgChart1"/>
    <dgm:cxn modelId="{637A487B-DE9D-4C9E-89C3-8706C79E56D1}" srcId="{CA362852-CEB4-4A17-992A-36AADF86F0E4}" destId="{E33B65C8-2BA5-40B6-A2A2-1E3349B2A682}" srcOrd="0" destOrd="0" parTransId="{67D3571A-5FF0-4C99-A6E9-5BFA1CDAE618}" sibTransId="{1B454545-F567-42E2-88E6-F511890B3743}"/>
    <dgm:cxn modelId="{7458667F-74BB-47B1-BFC4-C5ADCA56C1E8}" type="presOf" srcId="{E7137022-FD2A-4554-888D-FAE0447544BA}" destId="{37D35D3B-2D88-4EB2-8BF8-497542FFBD50}" srcOrd="1" destOrd="0" presId="urn:microsoft.com/office/officeart/2005/8/layout/orgChart1"/>
    <dgm:cxn modelId="{87AEC38C-EB6E-46AC-848D-8FD2E1259366}" type="presOf" srcId="{E33B65C8-2BA5-40B6-A2A2-1E3349B2A682}" destId="{69B79F08-7E72-4863-BD10-D07E2A8770CF}" srcOrd="0" destOrd="0" presId="urn:microsoft.com/office/officeart/2005/8/layout/orgChart1"/>
    <dgm:cxn modelId="{4DD4CB91-2889-47B3-97E7-8C09CD2262C5}" type="presOf" srcId="{9909C8A8-518E-4719-90F1-C7D87E70717C}" destId="{407DB8F8-6060-4424-9D37-A8552AA461E5}" srcOrd="0" destOrd="0" presId="urn:microsoft.com/office/officeart/2005/8/layout/orgChart1"/>
    <dgm:cxn modelId="{2D5E1AB1-D6CE-4B43-AD01-20B849C59B89}" type="presOf" srcId="{E9AC4174-7503-4FA0-AA65-F15ADAE2B750}" destId="{980F9BBE-6CAE-4D7A-BB54-8D2066E4E4A8}" srcOrd="1" destOrd="0" presId="urn:microsoft.com/office/officeart/2005/8/layout/orgChart1"/>
    <dgm:cxn modelId="{233850C6-41FB-4A51-9B89-E37FB44617E5}" srcId="{E9AC4174-7503-4FA0-AA65-F15ADAE2B750}" destId="{CFEC6F6E-A86B-4D83-9761-B7E1EB185AE7}" srcOrd="0" destOrd="0" parTransId="{9909C8A8-518E-4719-90F1-C7D87E70717C}" sibTransId="{53E7B564-23D1-4E94-9437-77E48CC99763}"/>
    <dgm:cxn modelId="{3513E2D0-DD05-4653-BD65-22116CAF38DC}" type="presOf" srcId="{D9FA98F0-B954-48C7-9D06-BF34BDA1F3D9}" destId="{D002FC62-FF2E-49C0-88C6-2ECE504FCC7E}" srcOrd="0" destOrd="0" presId="urn:microsoft.com/office/officeart/2005/8/layout/orgChart1"/>
    <dgm:cxn modelId="{134EA2D2-0D75-4FE6-861B-E5C761025A1C}" type="presOf" srcId="{CA362852-CEB4-4A17-992A-36AADF86F0E4}" destId="{3F76350A-0BB3-482B-8A73-956F9E079836}" srcOrd="1" destOrd="0" presId="urn:microsoft.com/office/officeart/2005/8/layout/orgChart1"/>
    <dgm:cxn modelId="{6BF984DC-B4CB-462C-AE1B-43D0DE7626AA}" type="presOf" srcId="{CFEC6F6E-A86B-4D83-9761-B7E1EB185AE7}" destId="{5EC41F64-4C10-4BFF-A483-F841647A29FF}" srcOrd="0" destOrd="0" presId="urn:microsoft.com/office/officeart/2005/8/layout/orgChart1"/>
    <dgm:cxn modelId="{91B32BDD-EB47-4109-855B-A830E5B427F6}" type="presOf" srcId="{E7137022-FD2A-4554-888D-FAE0447544BA}" destId="{12B43D81-280D-4C2C-A936-2F745B60EEC1}" srcOrd="0" destOrd="0" presId="urn:microsoft.com/office/officeart/2005/8/layout/orgChart1"/>
    <dgm:cxn modelId="{88A01BDF-2B39-4778-93E6-B23AA6129932}" srcId="{CFEC6F6E-A86B-4D83-9761-B7E1EB185AE7}" destId="{CA362852-CEB4-4A17-992A-36AADF86F0E4}" srcOrd="0" destOrd="0" parTransId="{D9FA98F0-B954-48C7-9D06-BF34BDA1F3D9}" sibTransId="{01A3CDF0-4E74-4678-8ACA-68D4EE30E490}"/>
    <dgm:cxn modelId="{E9B4C1E3-64FC-4B07-8C98-E48BE3A34DF9}" type="presOf" srcId="{0A772D36-D3C6-4E4E-8F2A-DAAE6B34B4A1}" destId="{1089DD29-74B3-4924-B647-5C52B49EA66D}" srcOrd="0" destOrd="0" presId="urn:microsoft.com/office/officeart/2005/8/layout/orgChart1"/>
    <dgm:cxn modelId="{10AF85E8-2CEF-41C2-897E-3C0980C7C7B6}" srcId="{AC20AD38-F16D-4B93-8B90-FA88ED7870DA}" destId="{E7137022-FD2A-4554-888D-FAE0447544BA}" srcOrd="0" destOrd="0" parTransId="{0A772D36-D3C6-4E4E-8F2A-DAAE6B34B4A1}" sibTransId="{A66A3C2D-707F-462B-A0FC-BE0F9491A41E}"/>
    <dgm:cxn modelId="{D22BFEE8-E750-4571-A0CB-74D15CE40621}" srcId="{AC20AD38-F16D-4B93-8B90-FA88ED7870DA}" destId="{E9AC4174-7503-4FA0-AA65-F15ADAE2B750}" srcOrd="1" destOrd="0" parTransId="{7247938D-A5D7-4EE1-9A48-FCB9CE13EE4B}" sibTransId="{E87E790B-E70A-4449-8AE5-374B84A7CB52}"/>
    <dgm:cxn modelId="{62DF8FFB-A284-4B15-86A3-279D650A7A08}" type="presOf" srcId="{67D3571A-5FF0-4C99-A6E9-5BFA1CDAE618}" destId="{8C8E31AB-111B-446C-A61F-A07A2F03ACE2}" srcOrd="0" destOrd="0" presId="urn:microsoft.com/office/officeart/2005/8/layout/orgChart1"/>
    <dgm:cxn modelId="{14A19D71-4673-4A60-9E48-0759F8B8DB09}" type="presParOf" srcId="{A9E9F7ED-C799-4346-90A0-3E29F80392A3}" destId="{A271BC8B-D042-4311-A563-735C90328D5E}" srcOrd="0" destOrd="0" presId="urn:microsoft.com/office/officeart/2005/8/layout/orgChart1"/>
    <dgm:cxn modelId="{F4B36700-FD5A-4506-8007-ECF4FA402FAE}" type="presParOf" srcId="{A271BC8B-D042-4311-A563-735C90328D5E}" destId="{ABC2442A-315F-43C0-AE72-2CE9D2EF6AEF}" srcOrd="0" destOrd="0" presId="urn:microsoft.com/office/officeart/2005/8/layout/orgChart1"/>
    <dgm:cxn modelId="{5C8B189D-2B22-491B-B42D-1ACB053879BB}" type="presParOf" srcId="{ABC2442A-315F-43C0-AE72-2CE9D2EF6AEF}" destId="{DE7477AC-094D-4809-9CB7-383F77229D1D}" srcOrd="0" destOrd="0" presId="urn:microsoft.com/office/officeart/2005/8/layout/orgChart1"/>
    <dgm:cxn modelId="{706AFC4E-44FB-4174-9DDB-42177298B20A}" type="presParOf" srcId="{ABC2442A-315F-43C0-AE72-2CE9D2EF6AEF}" destId="{2828EF73-B548-49FF-9948-047580617F08}" srcOrd="1" destOrd="0" presId="urn:microsoft.com/office/officeart/2005/8/layout/orgChart1"/>
    <dgm:cxn modelId="{6455C9C0-C436-4EA2-BF07-13DDCFC3A792}" type="presParOf" srcId="{A271BC8B-D042-4311-A563-735C90328D5E}" destId="{0D6784E3-94BB-4980-85BA-E83865B6421A}" srcOrd="1" destOrd="0" presId="urn:microsoft.com/office/officeart/2005/8/layout/orgChart1"/>
    <dgm:cxn modelId="{EC9EFCEA-8249-45B1-B28A-D219A2480757}" type="presParOf" srcId="{A271BC8B-D042-4311-A563-735C90328D5E}" destId="{9E00DFFA-6168-4362-8002-6E3E37BCBE9C}" srcOrd="2" destOrd="0" presId="urn:microsoft.com/office/officeart/2005/8/layout/orgChart1"/>
    <dgm:cxn modelId="{1FB2138C-9197-4282-AB91-444916CDC8C1}" type="presParOf" srcId="{9E00DFFA-6168-4362-8002-6E3E37BCBE9C}" destId="{1089DD29-74B3-4924-B647-5C52B49EA66D}" srcOrd="0" destOrd="0" presId="urn:microsoft.com/office/officeart/2005/8/layout/orgChart1"/>
    <dgm:cxn modelId="{FF167ED9-82D7-4971-ABF9-F43CDE57C0E1}" type="presParOf" srcId="{9E00DFFA-6168-4362-8002-6E3E37BCBE9C}" destId="{ECA1D6B4-4EB4-4E06-8607-161C73A840AF}" srcOrd="1" destOrd="0" presId="urn:microsoft.com/office/officeart/2005/8/layout/orgChart1"/>
    <dgm:cxn modelId="{90346324-F7E2-4A30-8E61-2BF4FD790C9B}" type="presParOf" srcId="{ECA1D6B4-4EB4-4E06-8607-161C73A840AF}" destId="{B4A308F5-1C76-4A86-98AD-07FE7BAABF84}" srcOrd="0" destOrd="0" presId="urn:microsoft.com/office/officeart/2005/8/layout/orgChart1"/>
    <dgm:cxn modelId="{62CE27A2-8BA3-4C7B-848C-B91E482F2466}" type="presParOf" srcId="{B4A308F5-1C76-4A86-98AD-07FE7BAABF84}" destId="{12B43D81-280D-4C2C-A936-2F745B60EEC1}" srcOrd="0" destOrd="0" presId="urn:microsoft.com/office/officeart/2005/8/layout/orgChart1"/>
    <dgm:cxn modelId="{18420D45-9E95-49F4-90B0-6120C41F878A}" type="presParOf" srcId="{B4A308F5-1C76-4A86-98AD-07FE7BAABF84}" destId="{37D35D3B-2D88-4EB2-8BF8-497542FFBD50}" srcOrd="1" destOrd="0" presId="urn:microsoft.com/office/officeart/2005/8/layout/orgChart1"/>
    <dgm:cxn modelId="{3B72546F-1345-440E-B2BB-76431128EE8E}" type="presParOf" srcId="{ECA1D6B4-4EB4-4E06-8607-161C73A840AF}" destId="{7656CE70-4E22-4846-8A7A-7BEBEC9EC998}" srcOrd="1" destOrd="0" presId="urn:microsoft.com/office/officeart/2005/8/layout/orgChart1"/>
    <dgm:cxn modelId="{BD8D72FD-17DA-4AED-B15E-B6310DFB78FE}" type="presParOf" srcId="{ECA1D6B4-4EB4-4E06-8607-161C73A840AF}" destId="{8B974C9D-CADA-4A71-9F03-21CF7B6E1E38}" srcOrd="2" destOrd="0" presId="urn:microsoft.com/office/officeart/2005/8/layout/orgChart1"/>
    <dgm:cxn modelId="{0F9E575E-1391-4B5B-9BFD-004883A1D551}" type="presParOf" srcId="{9E00DFFA-6168-4362-8002-6E3E37BCBE9C}" destId="{1C28F428-1C7C-4A02-BBE6-5B5D5E6078CD}" srcOrd="2" destOrd="0" presId="urn:microsoft.com/office/officeart/2005/8/layout/orgChart1"/>
    <dgm:cxn modelId="{5E990279-BC16-45D8-9CA2-6F5C63CC6CD9}" type="presParOf" srcId="{9E00DFFA-6168-4362-8002-6E3E37BCBE9C}" destId="{FBFB5FED-9F7B-47EC-84F8-8488D082F3E5}" srcOrd="3" destOrd="0" presId="urn:microsoft.com/office/officeart/2005/8/layout/orgChart1"/>
    <dgm:cxn modelId="{F1FE7F94-446B-4D71-991D-5E2C5E71FFB8}" type="presParOf" srcId="{FBFB5FED-9F7B-47EC-84F8-8488D082F3E5}" destId="{DBBB8B31-41A3-4499-8EC5-7B59A498C19E}" srcOrd="0" destOrd="0" presId="urn:microsoft.com/office/officeart/2005/8/layout/orgChart1"/>
    <dgm:cxn modelId="{0693EEB0-B53A-43E2-9C60-5820D31E072E}" type="presParOf" srcId="{DBBB8B31-41A3-4499-8EC5-7B59A498C19E}" destId="{B6ED8DF8-1BF1-4E7F-80FC-48F0760644DB}" srcOrd="0" destOrd="0" presId="urn:microsoft.com/office/officeart/2005/8/layout/orgChart1"/>
    <dgm:cxn modelId="{D477C034-168F-47A4-B55C-6FC47048EFE7}" type="presParOf" srcId="{DBBB8B31-41A3-4499-8EC5-7B59A498C19E}" destId="{980F9BBE-6CAE-4D7A-BB54-8D2066E4E4A8}" srcOrd="1" destOrd="0" presId="urn:microsoft.com/office/officeart/2005/8/layout/orgChart1"/>
    <dgm:cxn modelId="{3A7B4692-971C-4DC0-A388-9D04CA5AA5E9}" type="presParOf" srcId="{FBFB5FED-9F7B-47EC-84F8-8488D082F3E5}" destId="{A45A1871-58CF-48E2-8776-3F4B35807BB2}" srcOrd="1" destOrd="0" presId="urn:microsoft.com/office/officeart/2005/8/layout/orgChart1"/>
    <dgm:cxn modelId="{E16EFA9F-10F6-43B5-8370-E6E7070A23DB}" type="presParOf" srcId="{A45A1871-58CF-48E2-8776-3F4B35807BB2}" destId="{407DB8F8-6060-4424-9D37-A8552AA461E5}" srcOrd="0" destOrd="0" presId="urn:microsoft.com/office/officeart/2005/8/layout/orgChart1"/>
    <dgm:cxn modelId="{55CF75F5-89A1-48CE-8EB2-56F32DC32BF8}" type="presParOf" srcId="{A45A1871-58CF-48E2-8776-3F4B35807BB2}" destId="{E164F79C-1F97-4CF6-807C-10AF6716308B}" srcOrd="1" destOrd="0" presId="urn:microsoft.com/office/officeart/2005/8/layout/orgChart1"/>
    <dgm:cxn modelId="{D1D72D7A-D15E-4061-A547-E497A4251CD4}" type="presParOf" srcId="{E164F79C-1F97-4CF6-807C-10AF6716308B}" destId="{87700001-20D1-472D-82C2-3F0BBCE07C1F}" srcOrd="0" destOrd="0" presId="urn:microsoft.com/office/officeart/2005/8/layout/orgChart1"/>
    <dgm:cxn modelId="{1DEEBAD3-BA25-424B-AEC4-634D30478356}" type="presParOf" srcId="{87700001-20D1-472D-82C2-3F0BBCE07C1F}" destId="{5EC41F64-4C10-4BFF-A483-F841647A29FF}" srcOrd="0" destOrd="0" presId="urn:microsoft.com/office/officeart/2005/8/layout/orgChart1"/>
    <dgm:cxn modelId="{57E806C8-2D68-4B70-AC80-114EE0175C49}" type="presParOf" srcId="{87700001-20D1-472D-82C2-3F0BBCE07C1F}" destId="{95F36607-20D0-456A-B0CE-3962EACA3A08}" srcOrd="1" destOrd="0" presId="urn:microsoft.com/office/officeart/2005/8/layout/orgChart1"/>
    <dgm:cxn modelId="{DD974DB4-889F-4078-89C4-AF97F41B30B3}" type="presParOf" srcId="{E164F79C-1F97-4CF6-807C-10AF6716308B}" destId="{43D4E3D2-0DF7-40BF-ACF2-63EB8C9B6599}" srcOrd="1" destOrd="0" presId="urn:microsoft.com/office/officeart/2005/8/layout/orgChart1"/>
    <dgm:cxn modelId="{45611938-FC37-45CF-B443-E138541B9A03}" type="presParOf" srcId="{43D4E3D2-0DF7-40BF-ACF2-63EB8C9B6599}" destId="{D002FC62-FF2E-49C0-88C6-2ECE504FCC7E}" srcOrd="0" destOrd="0" presId="urn:microsoft.com/office/officeart/2005/8/layout/orgChart1"/>
    <dgm:cxn modelId="{ECFA44AA-920A-443B-A345-6F39FDFB365E}" type="presParOf" srcId="{43D4E3D2-0DF7-40BF-ACF2-63EB8C9B6599}" destId="{AF7AD076-64A8-43A3-91CE-4C42AC918DF5}" srcOrd="1" destOrd="0" presId="urn:microsoft.com/office/officeart/2005/8/layout/orgChart1"/>
    <dgm:cxn modelId="{632EDD90-B5F8-4A75-87D4-E35DDAC7B1A0}" type="presParOf" srcId="{AF7AD076-64A8-43A3-91CE-4C42AC918DF5}" destId="{99F7EE3B-E5D0-4589-8CE2-94542D00F095}" srcOrd="0" destOrd="0" presId="urn:microsoft.com/office/officeart/2005/8/layout/orgChart1"/>
    <dgm:cxn modelId="{3B7A64F9-6500-428A-8511-4085C1240820}" type="presParOf" srcId="{99F7EE3B-E5D0-4589-8CE2-94542D00F095}" destId="{F62B989F-8278-4BCE-81F7-52E8DDC14906}" srcOrd="0" destOrd="0" presId="urn:microsoft.com/office/officeart/2005/8/layout/orgChart1"/>
    <dgm:cxn modelId="{25BBE79F-1B17-4358-A907-7411F463F0FF}" type="presParOf" srcId="{99F7EE3B-E5D0-4589-8CE2-94542D00F095}" destId="{3F76350A-0BB3-482B-8A73-956F9E079836}" srcOrd="1" destOrd="0" presId="urn:microsoft.com/office/officeart/2005/8/layout/orgChart1"/>
    <dgm:cxn modelId="{CE36E9E4-A4FB-45AD-A60C-F268E29D8988}" type="presParOf" srcId="{AF7AD076-64A8-43A3-91CE-4C42AC918DF5}" destId="{682BEC9A-F7DF-4B74-9217-A88171401E92}" srcOrd="1" destOrd="0" presId="urn:microsoft.com/office/officeart/2005/8/layout/orgChart1"/>
    <dgm:cxn modelId="{E7756280-85CF-42C6-B59A-0D4E3CEAF831}" type="presParOf" srcId="{682BEC9A-F7DF-4B74-9217-A88171401E92}" destId="{8C8E31AB-111B-446C-A61F-A07A2F03ACE2}" srcOrd="0" destOrd="0" presId="urn:microsoft.com/office/officeart/2005/8/layout/orgChart1"/>
    <dgm:cxn modelId="{E171869C-C8BF-468B-8E72-2A568D68E05C}" type="presParOf" srcId="{682BEC9A-F7DF-4B74-9217-A88171401E92}" destId="{29204AA2-FBE8-48F9-A37B-90DCD41E8DF9}" srcOrd="1" destOrd="0" presId="urn:microsoft.com/office/officeart/2005/8/layout/orgChart1"/>
    <dgm:cxn modelId="{6EABA034-1EEE-46D4-95F8-DFCD3018650C}" type="presParOf" srcId="{29204AA2-FBE8-48F9-A37B-90DCD41E8DF9}" destId="{286C84D6-C9D6-4310-800D-CA0CCD56E2D0}" srcOrd="0" destOrd="0" presId="urn:microsoft.com/office/officeart/2005/8/layout/orgChart1"/>
    <dgm:cxn modelId="{E5E99F36-61A9-4CFD-B8EC-30FBD0FDBC21}" type="presParOf" srcId="{286C84D6-C9D6-4310-800D-CA0CCD56E2D0}" destId="{69B79F08-7E72-4863-BD10-D07E2A8770CF}" srcOrd="0" destOrd="0" presId="urn:microsoft.com/office/officeart/2005/8/layout/orgChart1"/>
    <dgm:cxn modelId="{DC4851B4-2293-4D01-B2B5-4B73DB098123}" type="presParOf" srcId="{286C84D6-C9D6-4310-800D-CA0CCD56E2D0}" destId="{ED74D210-054F-4E82-8A4A-082B968D8FE1}" srcOrd="1" destOrd="0" presId="urn:microsoft.com/office/officeart/2005/8/layout/orgChart1"/>
    <dgm:cxn modelId="{554E8562-1529-4462-B18D-8797BC63C0D3}" type="presParOf" srcId="{29204AA2-FBE8-48F9-A37B-90DCD41E8DF9}" destId="{4BA9F68D-282F-4E6D-BBCE-9C1F1113C7BB}" srcOrd="1" destOrd="0" presId="urn:microsoft.com/office/officeart/2005/8/layout/orgChart1"/>
    <dgm:cxn modelId="{52C5DE83-AB7A-4E2E-BD02-BAE5864CC5D1}" type="presParOf" srcId="{29204AA2-FBE8-48F9-A37B-90DCD41E8DF9}" destId="{5396F32F-03EA-4578-B81A-B154046CDB55}" srcOrd="2" destOrd="0" presId="urn:microsoft.com/office/officeart/2005/8/layout/orgChart1"/>
    <dgm:cxn modelId="{AABA149D-A801-4947-BAC3-724C7261EE4E}" type="presParOf" srcId="{AF7AD076-64A8-43A3-91CE-4C42AC918DF5}" destId="{18FE34A7-B8A8-44FC-8618-EAFB73D62ABE}" srcOrd="2" destOrd="0" presId="urn:microsoft.com/office/officeart/2005/8/layout/orgChart1"/>
    <dgm:cxn modelId="{173B6689-35E2-48A0-A9A8-29452496376A}" type="presParOf" srcId="{E164F79C-1F97-4CF6-807C-10AF6716308B}" destId="{E2C9A92B-72B3-49B8-AE14-1AB44C260F13}" srcOrd="2" destOrd="0" presId="urn:microsoft.com/office/officeart/2005/8/layout/orgChart1"/>
    <dgm:cxn modelId="{1E7AEE47-C178-45F5-ADC3-33BBC4102178}" type="presParOf" srcId="{FBFB5FED-9F7B-47EC-84F8-8488D082F3E5}" destId="{0AA7C3AB-0C48-4865-956B-F13DCA5BAFD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E31AB-111B-446C-A61F-A07A2F03ACE2}">
      <dsp:nvSpPr>
        <dsp:cNvPr id="0" name=""/>
        <dsp:cNvSpPr/>
      </dsp:nvSpPr>
      <dsp:spPr>
        <a:xfrm>
          <a:off x="5627071" y="3834969"/>
          <a:ext cx="218698" cy="670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0675"/>
              </a:lnTo>
              <a:lnTo>
                <a:pt x="218698" y="67067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02FC62-FF2E-49C0-88C6-2ECE504FCC7E}">
      <dsp:nvSpPr>
        <dsp:cNvPr id="0" name=""/>
        <dsp:cNvSpPr/>
      </dsp:nvSpPr>
      <dsp:spPr>
        <a:xfrm>
          <a:off x="6164548" y="2799796"/>
          <a:ext cx="91440" cy="3061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1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7DB8F8-6060-4424-9D37-A8552AA461E5}">
      <dsp:nvSpPr>
        <dsp:cNvPr id="0" name=""/>
        <dsp:cNvSpPr/>
      </dsp:nvSpPr>
      <dsp:spPr>
        <a:xfrm>
          <a:off x="6164548" y="1764622"/>
          <a:ext cx="91440" cy="3061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1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28F428-1C7C-4A02-BBE6-5B5D5E6078CD}">
      <dsp:nvSpPr>
        <dsp:cNvPr id="0" name=""/>
        <dsp:cNvSpPr/>
      </dsp:nvSpPr>
      <dsp:spPr>
        <a:xfrm>
          <a:off x="5328183" y="729449"/>
          <a:ext cx="153089" cy="670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0675"/>
              </a:lnTo>
              <a:lnTo>
                <a:pt x="153089" y="6706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9DD29-74B3-4924-B647-5C52B49EA66D}">
      <dsp:nvSpPr>
        <dsp:cNvPr id="0" name=""/>
        <dsp:cNvSpPr/>
      </dsp:nvSpPr>
      <dsp:spPr>
        <a:xfrm>
          <a:off x="5175094" y="729449"/>
          <a:ext cx="153089" cy="670675"/>
        </a:xfrm>
        <a:custGeom>
          <a:avLst/>
          <a:gdLst/>
          <a:ahLst/>
          <a:cxnLst/>
          <a:rect l="0" t="0" r="0" b="0"/>
          <a:pathLst>
            <a:path>
              <a:moveTo>
                <a:pt x="153089" y="0"/>
              </a:moveTo>
              <a:lnTo>
                <a:pt x="153089" y="670675"/>
              </a:lnTo>
              <a:lnTo>
                <a:pt x="0" y="6706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477AC-094D-4809-9CB7-383F77229D1D}">
      <dsp:nvSpPr>
        <dsp:cNvPr id="0" name=""/>
        <dsp:cNvSpPr/>
      </dsp:nvSpPr>
      <dsp:spPr>
        <a:xfrm>
          <a:off x="4599188" y="453"/>
          <a:ext cx="1457991" cy="72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ONDAS DE CHOQUE </a:t>
          </a:r>
        </a:p>
      </dsp:txBody>
      <dsp:txXfrm>
        <a:off x="4599188" y="453"/>
        <a:ext cx="1457991" cy="728995"/>
      </dsp:txXfrm>
    </dsp:sp>
    <dsp:sp modelId="{12B43D81-280D-4C2C-A936-2F745B60EEC1}">
      <dsp:nvSpPr>
        <dsp:cNvPr id="0" name=""/>
        <dsp:cNvSpPr/>
      </dsp:nvSpPr>
      <dsp:spPr>
        <a:xfrm>
          <a:off x="3717103" y="1035627"/>
          <a:ext cx="1457991" cy="72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FOCAL</a:t>
          </a:r>
        </a:p>
      </dsp:txBody>
      <dsp:txXfrm>
        <a:off x="3717103" y="1035627"/>
        <a:ext cx="1457991" cy="728995"/>
      </dsp:txXfrm>
    </dsp:sp>
    <dsp:sp modelId="{B6ED8DF8-1BF1-4E7F-80FC-48F0760644DB}">
      <dsp:nvSpPr>
        <dsp:cNvPr id="0" name=""/>
        <dsp:cNvSpPr/>
      </dsp:nvSpPr>
      <dsp:spPr>
        <a:xfrm>
          <a:off x="5481272" y="1035627"/>
          <a:ext cx="1457991" cy="72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RADIAL </a:t>
          </a:r>
        </a:p>
      </dsp:txBody>
      <dsp:txXfrm>
        <a:off x="5481272" y="1035627"/>
        <a:ext cx="1457991" cy="728995"/>
      </dsp:txXfrm>
    </dsp:sp>
    <dsp:sp modelId="{5EC41F64-4C10-4BFF-A483-F841647A29FF}">
      <dsp:nvSpPr>
        <dsp:cNvPr id="0" name=""/>
        <dsp:cNvSpPr/>
      </dsp:nvSpPr>
      <dsp:spPr>
        <a:xfrm>
          <a:off x="5481272" y="2070800"/>
          <a:ext cx="1457991" cy="72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INTENSIDADE</a:t>
          </a:r>
        </a:p>
      </dsp:txBody>
      <dsp:txXfrm>
        <a:off x="5481272" y="2070800"/>
        <a:ext cx="1457991" cy="728995"/>
      </dsp:txXfrm>
    </dsp:sp>
    <dsp:sp modelId="{F62B989F-8278-4BCE-81F7-52E8DDC14906}">
      <dsp:nvSpPr>
        <dsp:cNvPr id="0" name=""/>
        <dsp:cNvSpPr/>
      </dsp:nvSpPr>
      <dsp:spPr>
        <a:xfrm>
          <a:off x="5481272" y="3105974"/>
          <a:ext cx="1457991" cy="72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mJ</a:t>
          </a:r>
          <a:endParaRPr lang="pt-BR" sz="2000" kern="1200" dirty="0"/>
        </a:p>
      </dsp:txBody>
      <dsp:txXfrm>
        <a:off x="5481272" y="3105974"/>
        <a:ext cx="1457991" cy="728995"/>
      </dsp:txXfrm>
    </dsp:sp>
    <dsp:sp modelId="{69B79F08-7E72-4863-BD10-D07E2A8770CF}">
      <dsp:nvSpPr>
        <dsp:cNvPr id="0" name=""/>
        <dsp:cNvSpPr/>
      </dsp:nvSpPr>
      <dsp:spPr>
        <a:xfrm>
          <a:off x="5845770" y="4141147"/>
          <a:ext cx="1457991" cy="72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BAR</a:t>
          </a:r>
        </a:p>
      </dsp:txBody>
      <dsp:txXfrm>
        <a:off x="5845770" y="4141147"/>
        <a:ext cx="1457991" cy="728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44B37-DE66-FFBB-2B53-0F198E83E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2EE719-EA76-1A84-05DE-9B29A395D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817CFE-F2CB-C188-AA51-92323B3A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09F1E5-10D5-68A4-44E8-1FED0620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530AF7-9532-E5D6-B245-BC401AF0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7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2C62F-ADF9-1CC1-0F62-8A9111DF0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DFAEA1-61C6-C927-D998-C7601D12F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412E13-5288-A45E-843C-989C5E3C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198F1F-C8CA-25AB-B8AC-39AAB0367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ED8FA4-E524-1BB0-CBFD-8EB33693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88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B4FE1-BA43-A444-5CA9-1BC24439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86F0EE-FA27-129F-13EE-8041F2725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EB88C7-EBB9-AC30-0AAF-B3D5C4E8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0B19C0-CC39-F667-C0B2-2C381B4B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D1EB63-CB5B-1161-A24B-BCEA72F3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13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7AEDF-5437-42AA-B923-CC04FBCF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7908A-FE48-6EE0-6724-039761E94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82BCE5-A616-C413-C9A1-D0BE2E5D4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9B08DA-1075-BA12-FEA0-11E5F819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DE7267-4A3D-E529-DE9C-DDF9F429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322AE7-4D47-E6EA-8CF8-4A095568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02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48F8C-38AB-5D04-59E4-03367142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EADF9A-F92F-D51A-935F-542FABCC4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68B9EE-4798-B67A-FF11-BCFE90D50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E55C9B-4C20-3052-D55A-E751B4FE1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CFCD90-4B35-6CA5-0766-91E5FF15E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04BA4B-3D58-E3E3-F022-97EF1960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6C8199-6F6C-D2CD-90CA-7780B66C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AC1D79D-B48D-9CFB-3095-A5FA772B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224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2E0A4-CB9B-BF37-81F3-F6A9A867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966083-BA81-BBCF-54F8-8404EEAEC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139161-FE93-32EF-31BE-9EE8AA58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449111-18DD-AD86-C1A4-686CC58F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68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952EFE0-3225-E784-BA1B-29281C69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6B2A2A-FF80-C7A8-A547-9EC6FD655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38A9A8-4874-94D7-D50C-3D66F9D47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32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AFEC5-20E4-3C7F-1348-23BA0325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B44F1E-D29F-2BD1-6167-6BB4FEBB7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CCCF83-F54A-390C-7218-CDEF5E4B7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09F6FD-6CAE-9AD3-778C-281615F6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3C11C6-763F-6F5A-FE20-38CBA4180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AB5FBA-AAEA-820D-07FA-F4BE6F05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54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E0A17-A2EB-9E35-8788-FDF502E8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BC67EE6-2179-BB63-E5B0-346E8D288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A1BC70-1DF1-151B-93D6-3453CC252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47342C-35C8-C2C5-8C36-8A19A1A5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92AF2A-3479-9366-C2CE-F7CF21E5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30556C-7AE1-B23A-155A-24FE001F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60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72C12-E3EA-7F45-3808-F1B60AC2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DEA1DE-4FFE-A8D6-3EBF-D4F998ECD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793BDE-4E58-FAE6-24FF-80C60F47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D4FA6D-BC4A-BEDE-0D90-65593527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39C571-3B15-B9E5-7AB5-FF5B0B4B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478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4FEBE7-0386-94F9-B258-A79B18E98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D2DA89-AAA2-664B-BE05-2C90EA31E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46B475-CB61-C482-2107-42352128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0E80F7-A6AD-AF93-20D8-A7D43BE8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21A38B-4EE0-AD1F-AE44-34D93039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0527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C255186-CA4D-B732-A64D-39B186B4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F7B10B-33E4-5F93-FEF3-82469270F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F6A11D-C402-EB7B-BC29-75A944E36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77875-D25B-437A-8467-090471D52C6E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AA49B7-1403-DC84-99B4-F5E6E63BC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C77F9D-C198-6AD7-82A1-F26EE6365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1D201-9F3D-41D1-B1DB-6CE32D4BB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69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09877-2B4D-8111-5B78-4A4EB24EE9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ONDAS DE CHOQUE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9C2774-D47F-C097-54E3-BADC92944E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Prof</a:t>
            </a:r>
            <a:r>
              <a:rPr lang="pt-BR" dirty="0"/>
              <a:t>: Mariana Macedo Justi </a:t>
            </a:r>
          </a:p>
        </p:txBody>
      </p:sp>
    </p:spTree>
    <p:extLst>
      <p:ext uri="{BB962C8B-B14F-4D97-AF65-F5344CB8AC3E}">
        <p14:creationId xmlns:p14="http://schemas.microsoft.com/office/powerpoint/2010/main" val="2134173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5DB22-1BDE-4046-CD3B-27BE3E6D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070AC4-AE6B-51FE-7CA2-BE4F980D1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A terapia com ondas de choque é um tratamento estético que utiliza estímulos mecânicos e térmicos para remodelar a pele e reduzir a celulite.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latin typeface="Google Sans"/>
              </a:rPr>
              <a:t>Usado na fisioterapia em casos de tendinopatias, não invasivo, a mais de 20 anos em tratamentos de cálculos renais e disfunções erétil.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038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142A7-63D0-3C6E-606D-F2BA52ADE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C46766-EB20-532C-A067-B1CAD1DC8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E4E715-05F4-C40A-893B-5C33C3D83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00" y="1690688"/>
            <a:ext cx="12070697" cy="508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4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5DABF-60D6-32F2-F5F8-528BCACD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D12FA-1E9B-53C4-AA34-1C7CC7856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COMO FUNCIONA - AÇÃO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O aparelho emite ondas de choque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As ondas de choque geram pequenas bolhas no tecido adiposo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As bolhas aumentam e diminuem de tamanho até se romperem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A energia liberada destrói as células adiposas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O organismo elimina o restante das células adiposas com o tempo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909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3FBB-0106-3114-FD0A-6254E3DD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1C2F78-7958-05B5-5BB5-982791015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COMO FUNCIONA – AÇÃO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Libera fatores de crescimento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Promove ação do oxido nítrico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Libera antígenos nucleares proliferativos de células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Aumenta a circulação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Aumenta o metabolismo local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Promove angiogênese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Melhora a cicatrização </a:t>
            </a:r>
          </a:p>
        </p:txBody>
      </p:sp>
      <p:pic>
        <p:nvPicPr>
          <p:cNvPr id="2050" name="Picture 2" descr="THORK APARELHO DE ONDAS DE CHOQUE COM 1 APLICADOR V 3.0 - IBRAMED - Fisio  Fernandes">
            <a:extLst>
              <a:ext uri="{FF2B5EF4-FFF2-40B4-BE49-F238E27FC236}">
                <a16:creationId xmlns:a16="http://schemas.microsoft.com/office/drawing/2014/main" id="{C18D4123-6D99-8F30-500F-785527B78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816" y="3283842"/>
            <a:ext cx="4173415" cy="417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280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3919A5-E5E0-E1CD-CFAF-159FB656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7AE42-DAAC-5315-353B-DBE27057B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0650937-CA55-0831-2E87-ACECACC47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184"/>
            <a:ext cx="12969047" cy="515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5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D060F-182E-C9ED-6EBE-2D6F6BEC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9928C3-5122-9220-784A-C0694878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C5D165-DF9E-896F-D8E3-AD6C3C94D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2" y="0"/>
            <a:ext cx="12291934" cy="690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0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A1C38-5442-73FA-6CC0-F4A4B842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556012-8F2B-4A46-51CC-056CA0697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E0F179-B4CE-1882-0509-2A12F4630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12247388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24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D448E-D695-DBF5-31FC-1789962F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E244FE-5B4E-B137-CE04-92F001A51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297A7B-BE32-FC95-A08C-9CF260811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598"/>
            <a:ext cx="12158535" cy="669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8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1E37B-0465-37A1-414E-FA810F0C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5518F5-105E-302E-1693-8B7BB5F26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BF9CC5-2352-ED21-3B72-DEAF7B0B4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78"/>
            <a:ext cx="12192000" cy="683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72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8E461-9CEC-78D7-2F20-25A4E25F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D1A079-848E-62EF-B42F-466F277AD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24AD20-F6B3-4878-436D-D65FD9239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4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BC39D-04E4-C6C1-FFA3-A2C1DFDB8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48805-8347-E8AA-E211-877D08E74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BENEFICIOS NA ESTETICA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Benefícios Aumenta a densidade das fibras de colágeno e elastina,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Estimula a microcirculação sanguínea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Aumenta a oxigenação dos tecidos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Ativa o sistema linfático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Promove a diminuição da celulite e circunferência</a:t>
            </a:r>
            <a:endParaRPr lang="pt-BR" dirty="0"/>
          </a:p>
        </p:txBody>
      </p:sp>
      <p:pic>
        <p:nvPicPr>
          <p:cNvPr id="3074" name="Picture 2" descr="Aparelho Ondas De Choques | MercadoLivre 📦">
            <a:extLst>
              <a:ext uri="{FF2B5EF4-FFF2-40B4-BE49-F238E27FC236}">
                <a16:creationId xmlns:a16="http://schemas.microsoft.com/office/drawing/2014/main" id="{FA733DD4-5378-9718-FEA0-597013601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263" y="3309426"/>
            <a:ext cx="3705737" cy="370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433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93F4E-4756-32CF-132B-F8AB2935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2CE313-DA95-4117-5E5A-56FE063D9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EFEITOS NA ESTETICA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 err="1"/>
              <a:t>Anti</a:t>
            </a:r>
            <a:r>
              <a:rPr lang="pt-BR" dirty="0"/>
              <a:t> esclerótico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Melhora os efeitos do </a:t>
            </a:r>
            <a:r>
              <a:rPr lang="pt-BR" dirty="0" err="1"/>
              <a:t>lipedema</a:t>
            </a:r>
            <a:r>
              <a:rPr lang="pt-BR" dirty="0"/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Reduz componentes do </a:t>
            </a:r>
            <a:r>
              <a:rPr lang="pt-BR" dirty="0" err="1"/>
              <a:t>lipedema</a:t>
            </a:r>
            <a:r>
              <a:rPr lang="pt-BR" dirty="0"/>
              <a:t> como a baixa de </a:t>
            </a:r>
            <a:r>
              <a:rPr lang="pt-BR" dirty="0" err="1"/>
              <a:t>malondialdeidos</a:t>
            </a:r>
            <a:r>
              <a:rPr lang="pt-BR" dirty="0"/>
              <a:t> MDA, reduz proteínas carbonilas.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Remodelação do colágeno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Baixa o processo de inflamação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Aumenta o recrutamento celular </a:t>
            </a:r>
          </a:p>
        </p:txBody>
      </p:sp>
    </p:spTree>
    <p:extLst>
      <p:ext uri="{BB962C8B-B14F-4D97-AF65-F5344CB8AC3E}">
        <p14:creationId xmlns:p14="http://schemas.microsoft.com/office/powerpoint/2010/main" val="4213982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2166E-6C63-89FB-7709-8A962DEC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6A31C2-1106-34D1-503A-1598043FD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EFEITOS NA ESTETICA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Remodelação do tecido pós trauma de queimadura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Redução de dor em cicatrizes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Melhora na retração de cicatrizes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Redução de cicatrizes hipertróficas  </a:t>
            </a:r>
          </a:p>
        </p:txBody>
      </p:sp>
    </p:spTree>
    <p:extLst>
      <p:ext uri="{BB962C8B-B14F-4D97-AF65-F5344CB8AC3E}">
        <p14:creationId xmlns:p14="http://schemas.microsoft.com/office/powerpoint/2010/main" val="2616455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D911A-BEFA-2598-D668-4D29610B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DD52FA-A48B-0C02-FC9E-20073BDD6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5C1B32-51C6-AE2B-5DD7-A44E45B2F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04" y="1139252"/>
            <a:ext cx="11724381" cy="46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94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C4CE3-3BBA-E4E2-74BF-6EB23DB0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4DDCD0-9B28-BD8F-6CD2-B11C542EC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APLICAÇÕES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Flacidez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Celulite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Gordurinhas localizadas indesejadas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Modelagem da cintura, coxas, braços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3906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4C6CF-2148-A79D-B57F-07CBE0B4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E933B0-C3C8-D8C5-6995-2ACB35492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INDICAÇÕES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O número de disparos por área determina o tempo de aplicação do tratamento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O número de sessões pode variar entre 6 e 12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Google Sans"/>
              </a:rPr>
              <a:t>As sessões devem acontecer de 1 a 2 vezes na semana, com intervalo de pelo menos 1 dia entre as sessões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8536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A245F-7A8A-891A-2963-F0BA9467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9F2875-6FD6-0349-C9A2-3A169392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D10B04-6D70-F6C4-827F-97414E731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62" y="246448"/>
            <a:ext cx="8428863" cy="661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51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AF2DD-B59E-793B-4124-8A86BC1C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7F314D-7F58-50CA-B489-71DDDB7A1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EFEITOS TEMPORARIOS </a:t>
            </a:r>
          </a:p>
          <a:p>
            <a:r>
              <a:rPr lang="pt-BR" dirty="0"/>
              <a:t>Petéquia</a:t>
            </a:r>
          </a:p>
          <a:p>
            <a:r>
              <a:rPr lang="pt-BR" dirty="0"/>
              <a:t>Hematomas</a:t>
            </a:r>
          </a:p>
          <a:p>
            <a:r>
              <a:rPr lang="pt-BR" dirty="0"/>
              <a:t>Sensibilidade temporária </a:t>
            </a:r>
          </a:p>
          <a:p>
            <a:r>
              <a:rPr lang="pt-BR" dirty="0"/>
              <a:t>Edemas </a:t>
            </a:r>
          </a:p>
          <a:p>
            <a:r>
              <a:rPr lang="pt-BR" dirty="0"/>
              <a:t>Eritemas </a:t>
            </a:r>
          </a:p>
          <a:p>
            <a:r>
              <a:rPr lang="pt-BR" dirty="0"/>
              <a:t>Maioria dos pacientes não tem nenhum destes efeitos colaterais. </a:t>
            </a:r>
          </a:p>
        </p:txBody>
      </p:sp>
    </p:spTree>
    <p:extLst>
      <p:ext uri="{BB962C8B-B14F-4D97-AF65-F5344CB8AC3E}">
        <p14:creationId xmlns:p14="http://schemas.microsoft.com/office/powerpoint/2010/main" val="315197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F7DF9-574B-FD56-E29F-EBB692C0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B1DDBA-859C-3E46-E42C-C127F0E36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D788B5D-37E8-7084-3956-66399AE35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570" y="365125"/>
            <a:ext cx="1257113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91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F13EE-51D1-0559-02C8-A283CA75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83D8A1-A537-42EA-89B6-D6BBA1981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C936B9-C924-0022-0469-D59235AB0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924" y="365125"/>
            <a:ext cx="9579855" cy="628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28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22A57-2F0A-1CF5-93B6-02179F4E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AF537-7C73-81D2-FBD9-F406796C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APLICADORES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PNEUMATICO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Necessita de um compressor de ar para impulsionar o projetil contra a base do aplicador – confere maior barulho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ELETROMAGNETICO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Um disparo elétrico aciona a bobina que impulsiona o aplicador contra a pele do paciente – confere menor barulho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PIEZOELETRICO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Através de cristais </a:t>
            </a:r>
          </a:p>
        </p:txBody>
      </p:sp>
    </p:spTree>
    <p:extLst>
      <p:ext uri="{BB962C8B-B14F-4D97-AF65-F5344CB8AC3E}">
        <p14:creationId xmlns:p14="http://schemas.microsoft.com/office/powerpoint/2010/main" val="3688891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CBFC2-DE69-2000-8934-5F34C94D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C0769D-6BC4-752A-F146-6C157975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30" name="Picture 6" descr="Ondas de Choque | Elena Miralles Centro de Fisioterapia (Castellón)">
            <a:extLst>
              <a:ext uri="{FF2B5EF4-FFF2-40B4-BE49-F238E27FC236}">
                <a16:creationId xmlns:a16="http://schemas.microsoft.com/office/drawing/2014/main" id="{EDD80F37-8C07-FA45-5EF3-A49A1D7ED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090" y="1697831"/>
            <a:ext cx="9341820" cy="460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737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EEB2D-A432-6A5F-3F13-B2F16F1E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954AAB-0E75-0A21-81D1-C9349F91F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550CD1-ED52-2928-C568-6AE3F6603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85" y="125636"/>
            <a:ext cx="9443802" cy="642982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EF19054-A625-A873-EC61-5BC3EA44F5B5}"/>
              </a:ext>
            </a:extLst>
          </p:cNvPr>
          <p:cNvSpPr txBox="1"/>
          <p:nvPr/>
        </p:nvSpPr>
        <p:spPr>
          <a:xfrm>
            <a:off x="7734925" y="4709610"/>
            <a:ext cx="321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USO NA ESTETICA!!!!!</a:t>
            </a:r>
          </a:p>
        </p:txBody>
      </p:sp>
    </p:spTree>
    <p:extLst>
      <p:ext uri="{BB962C8B-B14F-4D97-AF65-F5344CB8AC3E}">
        <p14:creationId xmlns:p14="http://schemas.microsoft.com/office/powerpoint/2010/main" val="1336789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8CB98-305D-8B76-E10F-2B55FD47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E6FA79-8753-BD4A-5377-1B9D85790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IBRAMED – eletromagnética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Radial e focal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CECBRA – pneumática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Radial e focal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LIPOCAVITY MEDICAL  - piezoelétrica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Radial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ULTRAFOCUS HTM – pneumática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505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3E94D-4D75-BC2A-1AA0-B5B840C0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E70091-359B-AB89-37FB-6C00A2FC7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PNEUMATICA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Considerada melhor para urologia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dirty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1" dirty="0"/>
              <a:t>Na estética em estudos comparativos não há alterações quanto aos aplicadores por ser uma aplicação superficial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232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D8747-4EED-C8AE-1C72-81D72E6B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556589-DDF0-EA92-83D3-4AA112F18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EAC4F1-014C-0562-EAB6-D161448BF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27" y="365125"/>
            <a:ext cx="11514346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28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224EA-DDBD-A265-1416-1B94E5F3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B4CE9A-7686-AA69-FFF4-5BF76A21A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AS PONTEIRAS POSSUEM DIFEFENTES TAMANHOS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APLICADORES MAIORES - RADIAL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Tecidos superficiais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Pele e tecido adiposo (flacidez, fibrose, </a:t>
            </a:r>
            <a:r>
              <a:rPr lang="pt-BR" dirty="0" err="1"/>
              <a:t>lipedema</a:t>
            </a:r>
            <a:r>
              <a:rPr lang="pt-BR" dirty="0"/>
              <a:t>, estrias)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APLICADORES MENORES – FOCAL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Tecidos profundos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Musculoesqueléticos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Usado em lesões   </a:t>
            </a:r>
          </a:p>
        </p:txBody>
      </p:sp>
    </p:spTree>
    <p:extLst>
      <p:ext uri="{BB962C8B-B14F-4D97-AF65-F5344CB8AC3E}">
        <p14:creationId xmlns:p14="http://schemas.microsoft.com/office/powerpoint/2010/main" val="677516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7B3C4-5154-333A-41F1-371B9F2D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pic>
        <p:nvPicPr>
          <p:cNvPr id="4098" name="Picture 2" descr="Aparelho Ondas De Choques | MercadoLivre 📦">
            <a:extLst>
              <a:ext uri="{FF2B5EF4-FFF2-40B4-BE49-F238E27FC236}">
                <a16:creationId xmlns:a16="http://schemas.microsoft.com/office/drawing/2014/main" id="{021C140E-8958-38B6-E481-F59EB0C02D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082" y="1239338"/>
            <a:ext cx="5767752" cy="576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931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B1FA5-7F22-0F79-0E08-86F1A125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BDE295C-2176-5379-B992-6FFE941CDB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477531"/>
              </p:ext>
            </p:extLst>
          </p:nvPr>
        </p:nvGraphicFramePr>
        <p:xfrm>
          <a:off x="838199" y="1825624"/>
          <a:ext cx="11020865" cy="4870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317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43AF8-8D91-BA82-A46A-040A9AA4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7FE64B-43FC-5E2A-9105-D516B8127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O  tratamento com ondas radiais podem ocorrer através do efeito mecânico que aumenta a permeabilidade celular estimulando a lipólise com produção de novas fibras de colágeno e elastina, em </a:t>
            </a:r>
            <a:r>
              <a:rPr lang="pt-BR"/>
              <a:t>conjunto com a </a:t>
            </a:r>
            <a:r>
              <a:rPr lang="pt-BR" dirty="0"/>
              <a:t>a ativação do sistema linfático (AGNES, 2018). </a:t>
            </a:r>
          </a:p>
        </p:txBody>
      </p:sp>
    </p:spTree>
    <p:extLst>
      <p:ext uri="{BB962C8B-B14F-4D97-AF65-F5344CB8AC3E}">
        <p14:creationId xmlns:p14="http://schemas.microsoft.com/office/powerpoint/2010/main" val="1071762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2B9C5-3ACC-D959-4D1D-F7E65CB1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0434D4F-427B-C47A-16D6-2907C68AFD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864574"/>
              </p:ext>
            </p:extLst>
          </p:nvPr>
        </p:nvGraphicFramePr>
        <p:xfrm>
          <a:off x="838200" y="2838499"/>
          <a:ext cx="105156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028074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286897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33049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8553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TRATAMENTO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mJ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PULSOS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61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CELULITE</a:t>
                      </a:r>
                    </a:p>
                    <a:p>
                      <a:r>
                        <a:rPr lang="pt-BR" dirty="0"/>
                        <a:t>GORDURA </a:t>
                      </a:r>
                    </a:p>
                    <a:p>
                      <a:r>
                        <a:rPr lang="pt-BR" dirty="0"/>
                        <a:t>LIPEDEMA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150 A 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553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ESTRIAS </a:t>
                      </a:r>
                    </a:p>
                    <a:p>
                      <a:r>
                        <a:rPr lang="pt-BR" dirty="0"/>
                        <a:t>CICATRIZES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 A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557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FLACIDEZ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31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687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DACF8-85C4-C6E6-5F4D-81194D3B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- LIPEDEMA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3F4A3D-A835-3CDB-868D-FCD462A6B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2E8A00-0506-CF00-EB24-B8B7E18CE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6815"/>
            <a:ext cx="10515600" cy="530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65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A5FA4-E744-C46D-FA6A-EA83691E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– LIPEDEMA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84711-F814-F42F-8971-991C37072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6DE9CF-D305-3743-DDD7-8056DF3EB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65" y="1390376"/>
            <a:ext cx="11444176" cy="510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34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01CED-6DB6-DFFC-3B6E-8F0C035A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DF7662-7C2D-9E9B-A4F1-C130B100B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2BE6BB-8B3E-F64E-6B62-8630ED378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70" y="254834"/>
            <a:ext cx="11158728" cy="641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45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EAFEC-9A19-D12F-9861-6395085B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0851C7-0719-BDC3-7ED1-BB4976923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CONTRA INDICAÇÕES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Marca passo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Gestantes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Infecções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Tumor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Problemas de coagulação ou uso de anticoagulante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Sensibilidade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Pós operatório imediato </a:t>
            </a:r>
          </a:p>
        </p:txBody>
      </p:sp>
    </p:spTree>
    <p:extLst>
      <p:ext uri="{BB962C8B-B14F-4D97-AF65-F5344CB8AC3E}">
        <p14:creationId xmlns:p14="http://schemas.microsoft.com/office/powerpoint/2010/main" val="6703348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02541-52D3-7DF3-16DA-54DF13D2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DE CHOQUE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31FD9D-C03A-E835-AEF1-D9BBD9585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CONTRA INDICAÇÕES</a:t>
            </a:r>
          </a:p>
          <a:p>
            <a:r>
              <a:rPr lang="pt-BR" dirty="0"/>
              <a:t>Labirintite </a:t>
            </a:r>
          </a:p>
          <a:p>
            <a:r>
              <a:rPr lang="pt-BR" dirty="0" err="1"/>
              <a:t>Coagulopatias</a:t>
            </a:r>
            <a:r>
              <a:rPr lang="pt-BR" dirty="0"/>
              <a:t> </a:t>
            </a:r>
          </a:p>
          <a:p>
            <a:r>
              <a:rPr lang="pt-BR" dirty="0"/>
              <a:t>Tecido pulmonar no foco de aplicação </a:t>
            </a:r>
          </a:p>
          <a:p>
            <a:r>
              <a:rPr lang="pt-BR" dirty="0"/>
              <a:t>Tratamento no crânio, coluna e costelas</a:t>
            </a:r>
          </a:p>
          <a:p>
            <a:r>
              <a:rPr lang="pt-BR" dirty="0"/>
              <a:t>Epilepsia </a:t>
            </a:r>
          </a:p>
          <a:p>
            <a:r>
              <a:rPr lang="pt-BR" dirty="0"/>
              <a:t>Infiltração de corticoides local – 6 semanas </a:t>
            </a:r>
          </a:p>
        </p:txBody>
      </p:sp>
    </p:spTree>
    <p:extLst>
      <p:ext uri="{BB962C8B-B14F-4D97-AF65-F5344CB8AC3E}">
        <p14:creationId xmlns:p14="http://schemas.microsoft.com/office/powerpoint/2010/main" val="1294958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625</Words>
  <Application>Microsoft Office PowerPoint</Application>
  <PresentationFormat>Widescreen</PresentationFormat>
  <Paragraphs>144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Google Sans</vt:lpstr>
      <vt:lpstr>Tema do Office</vt:lpstr>
      <vt:lpstr>ONDAS DE CHOQUE</vt:lpstr>
      <vt:lpstr>ONDAS DE CHOQUE </vt:lpstr>
      <vt:lpstr>ONDAS DE CHOQUE</vt:lpstr>
      <vt:lpstr>ONDAS DE CHOQUE </vt:lpstr>
      <vt:lpstr>ONDAS DE CHOQUE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ONDAS DE CHOQUE </vt:lpstr>
      <vt:lpstr>ONDAS DE CHOQUE </vt:lpstr>
      <vt:lpstr>ONDAS DE CHOQUE </vt:lpstr>
      <vt:lpstr>Apresentação do PowerPoint</vt:lpstr>
      <vt:lpstr>ONDAS DE CHOQUE </vt:lpstr>
      <vt:lpstr>ONDAS DE CHOQUE </vt:lpstr>
      <vt:lpstr>Apresentação do PowerPoint</vt:lpstr>
      <vt:lpstr>ONDAS DE CHOQUE </vt:lpstr>
      <vt:lpstr>Apresentação do PowerPoint</vt:lpstr>
      <vt:lpstr>Apresentação do PowerPoint</vt:lpstr>
      <vt:lpstr>ONDAS DE CHOQUE </vt:lpstr>
      <vt:lpstr>ONDAS DE CHOQUE </vt:lpstr>
      <vt:lpstr>Apresentação do PowerPoint</vt:lpstr>
      <vt:lpstr>ONDAS DE CHOQUE </vt:lpstr>
      <vt:lpstr>ONDAS DE CHOQUE </vt:lpstr>
      <vt:lpstr>Apresentação do PowerPoint</vt:lpstr>
      <vt:lpstr>ONDAS DE CHOQUE </vt:lpstr>
      <vt:lpstr>ONDAS DE CHOQUE </vt:lpstr>
      <vt:lpstr>ONDAS DE CHOQUE </vt:lpstr>
      <vt:lpstr>ONDAS DE CHOQUE </vt:lpstr>
      <vt:lpstr>ONDAS DE CHOQUE </vt:lpstr>
      <vt:lpstr>ONDAS DE CHOQUE - LIPEDEMA</vt:lpstr>
      <vt:lpstr>ONDAS DE CHOQUE – LIPEDEMA </vt:lpstr>
      <vt:lpstr>Apresentação do PowerPoint</vt:lpstr>
      <vt:lpstr>ONDAS DE CHOQUE </vt:lpstr>
      <vt:lpstr>ONDAS DE CHOQUE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justi</dc:creator>
  <cp:lastModifiedBy>mariana justi</cp:lastModifiedBy>
  <cp:revision>10</cp:revision>
  <dcterms:created xsi:type="dcterms:W3CDTF">2025-04-10T00:13:57Z</dcterms:created>
  <dcterms:modified xsi:type="dcterms:W3CDTF">2026-01-15T17:26:18Z</dcterms:modified>
</cp:coreProperties>
</file>