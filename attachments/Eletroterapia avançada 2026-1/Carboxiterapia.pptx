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78" r:id="rId3"/>
    <p:sldId id="284" r:id="rId4"/>
    <p:sldId id="285" r:id="rId5"/>
    <p:sldId id="257" r:id="rId6"/>
    <p:sldId id="258" r:id="rId7"/>
    <p:sldId id="279" r:id="rId8"/>
    <p:sldId id="259" r:id="rId9"/>
    <p:sldId id="260" r:id="rId10"/>
    <p:sldId id="264" r:id="rId11"/>
    <p:sldId id="261" r:id="rId12"/>
    <p:sldId id="262" r:id="rId13"/>
    <p:sldId id="263" r:id="rId14"/>
    <p:sldId id="265" r:id="rId15"/>
    <p:sldId id="266" r:id="rId16"/>
    <p:sldId id="267" r:id="rId17"/>
    <p:sldId id="268" r:id="rId18"/>
    <p:sldId id="280" r:id="rId19"/>
    <p:sldId id="269" r:id="rId20"/>
    <p:sldId id="283" r:id="rId21"/>
    <p:sldId id="270" r:id="rId22"/>
    <p:sldId id="271" r:id="rId23"/>
    <p:sldId id="273" r:id="rId24"/>
    <p:sldId id="282" r:id="rId25"/>
    <p:sldId id="281" r:id="rId26"/>
    <p:sldId id="272" r:id="rId27"/>
    <p:sldId id="274" r:id="rId28"/>
    <p:sldId id="275" r:id="rId29"/>
    <p:sldId id="276" r:id="rId30"/>
    <p:sldId id="27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58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372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1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3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9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65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13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37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2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20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74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62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4E20C-E604-372F-E517-D0E22C154A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Carboxiterapia 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7C0CCC-FBB6-5D2B-04A2-734D4C8C6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 Mariana Macedo Justi </a:t>
            </a:r>
          </a:p>
        </p:txBody>
      </p:sp>
    </p:spTree>
    <p:extLst>
      <p:ext uri="{BB962C8B-B14F-4D97-AF65-F5344CB8AC3E}">
        <p14:creationId xmlns:p14="http://schemas.microsoft.com/office/powerpoint/2010/main" val="300755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E2CF1-78FA-1CD7-DB9F-41EBB568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A414AD-F880-FCE7-D9DC-5CA6638CD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Nome do Produto: Novo Pluria HTM - Aparelho de Carboxiterapia com  Aquecimento Progressivo | BCMED">
            <a:extLst>
              <a:ext uri="{FF2B5EF4-FFF2-40B4-BE49-F238E27FC236}">
                <a16:creationId xmlns:a16="http://schemas.microsoft.com/office/drawing/2014/main" id="{2AA7144E-445A-0450-2127-7B7A67082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37" y="-331763"/>
            <a:ext cx="7407811" cy="740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24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6AF8A-346C-3772-4603-94064A2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CDBC2F-CD48-2067-E575-93DFDCB8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0" name="Picture 2" descr="Equipo para Carboxiterapia (MEDSONDA) – Indavidas">
            <a:extLst>
              <a:ext uri="{FF2B5EF4-FFF2-40B4-BE49-F238E27FC236}">
                <a16:creationId xmlns:a16="http://schemas.microsoft.com/office/drawing/2014/main" id="{4F7E676A-866E-78AC-8F25-72598BFCB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658" y="-36342"/>
            <a:ext cx="6894342" cy="689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50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65C77-6E2B-E491-47C1-CA4A8288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04AF03-C6FD-86D3-0ABC-FA69D6D2E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 descr="Carboxiterapia - Nova Clinica Médica E Odontológica | Zona Sul SP">
            <a:extLst>
              <a:ext uri="{FF2B5EF4-FFF2-40B4-BE49-F238E27FC236}">
                <a16:creationId xmlns:a16="http://schemas.microsoft.com/office/drawing/2014/main" id="{9350D5E5-9055-B8E1-8098-BF566559E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018" y="196948"/>
            <a:ext cx="12294038" cy="648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98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AA757-3D6C-F9F8-6D22-992728EE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F2436B-701D-4D6E-8A0F-8DC89D510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b="0" i="0" dirty="0">
                <a:solidFill>
                  <a:schemeClr val="tx1"/>
                </a:solidFill>
                <a:effectLst/>
                <a:latin typeface="Open Sans" panose="020F0502020204030204" pitchFamily="34" charset="0"/>
              </a:rPr>
              <a:t>A </a:t>
            </a:r>
            <a:r>
              <a:rPr lang="pt-BR" sz="2000" b="0" i="0" dirty="0" err="1">
                <a:solidFill>
                  <a:schemeClr val="tx1"/>
                </a:solidFill>
                <a:effectLst/>
                <a:latin typeface="Open Sans" panose="020F0502020204030204" pitchFamily="34" charset="0"/>
              </a:rPr>
              <a:t>carboxiterapia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Open Sans" panose="020F0502020204030204" pitchFamily="34" charset="0"/>
              </a:rPr>
              <a:t> é um tratamento estético que utiliza aplicações subcutâneas de gás carbônico (CO2) para estimular a circulação sanguínea e promover a regeneração dos tecidos. Quando injetado na pele, o CO2 causa uma leve inflamação controlada, o que induz o organismo a produzir colágeno e elastina, substâncias essenciais para manter a pele firme e uniforme.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7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D2E6E-48D1-1861-74FC-0CF9FC3BD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77E305-B3F0-0B6B-3D7E-83DB7A4A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O processo é simples e minimamente invasivo, envolvendo apenas a introdução de agulhas finas na área a ser tratada. 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pt-BR" sz="2000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</a:rPr>
              <a:t>O QUE SE UTILIZA NA CARBOXITERAPIA?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</a:rPr>
              <a:t>O Dióxido de Carbono CO2</a:t>
            </a:r>
          </a:p>
        </p:txBody>
      </p:sp>
    </p:spTree>
    <p:extLst>
      <p:ext uri="{BB962C8B-B14F-4D97-AF65-F5344CB8AC3E}">
        <p14:creationId xmlns:p14="http://schemas.microsoft.com/office/powerpoint/2010/main" val="26484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0152E-868F-6871-6856-7C2828DA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A6568F-D2CF-C9FE-D3F6-CA667E5BD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5F6BA9-BB64-BD3D-FA90-173278A6F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3" y="-18078"/>
            <a:ext cx="8792637" cy="687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9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10207-0399-4FEE-B46F-103E6F5F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559DBA-0061-216A-8E3B-F6D64110B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dióxido de carbono (CO2), gás utilizado nas sessões de </a:t>
            </a:r>
            <a:r>
              <a:rPr lang="pt-BR" sz="2000" b="0" i="0" u="none" strike="noStrike" baseline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carboxiterapia</a:t>
            </a: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é inodoro, incolor e atóxico.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 o produto endógeno natural do metabolismo das reações oxidativas celulares, produzido no organismo diariamente em grandes quantidades e eliminado pelos pulmões durante a respiração (GUYTON, 2002. GANONG, 2006).</a:t>
            </a:r>
            <a:endParaRPr lang="pt-BR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94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758D6-D63C-A0E2-5AA7-310BD3ED4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carboxiterapia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BE13F-77DC-9482-8CD0-CBB3F37CD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volume de gás introduzido nos procedimentos é menor ou igual à quantidade encontrada no organismo humano.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 importante destacar que não causa embolia nem efeitos colaterais sistêmicos e é um procedimento de fácil aplicação, que pode ser utilizado em qualquer área do corpo (BORGES, 2019).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 recomendações de segurança se utiliza somente 2000 ml por sessão. </a:t>
            </a:r>
          </a:p>
        </p:txBody>
      </p:sp>
    </p:spTree>
    <p:extLst>
      <p:ext uri="{BB962C8B-B14F-4D97-AF65-F5344CB8AC3E}">
        <p14:creationId xmlns:p14="http://schemas.microsoft.com/office/powerpoint/2010/main" val="55969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31F57-9261-FD82-C752-B5F0BDF0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carboxiterapia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AB652F-4F87-2211-6A9B-7CFE4E43D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9406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Diferentes autores (SCORZA, 2008; BACCIN, 2000; VILOS, 2003) revelam que o fluxo de CO2, normalmente infundido durante tratamentos com </a:t>
            </a:r>
            <a:r>
              <a:rPr lang="pt-BR" sz="2000" b="0" i="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carboxiterapia</a:t>
            </a:r>
            <a:r>
              <a:rPr lang="pt-BR" sz="20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encontra-se entre parâmetros de 20 e 80 ml/min. No entanto, há equipamentos que disponibilizam fluxos de até 150 ml/min. Com relação ao volume total administrado, este gira em torno de 600 ml a 1000 ml, sendo capaz de atingir 3000 ml nos casos de grandes depósitos de gordura. Estudos apontam que deve ser feita a infusão de um volume total de 2000 ml em aplicação para gordura localizada.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767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8DEA6-47C4-CCB9-181E-970A9622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DA4B2B-354E-5D36-0342-0CDCF2F63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49504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 A FUNÇÃO DA CARBOXITERAPIA? Aumento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Fluxo sanguíneo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Fluxo linfático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Oxigenação tecido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Melhora nutricional tecido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Eliminação produtos do metabolismo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Produção do colágeno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Tônus da pele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endParaRPr lang="pt-BR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pt-BR" dirty="0"/>
          </a:p>
        </p:txBody>
      </p:sp>
      <p:sp>
        <p:nvSpPr>
          <p:cNvPr id="4" name="Seta: para Cima 3">
            <a:extLst>
              <a:ext uri="{FF2B5EF4-FFF2-40B4-BE49-F238E27FC236}">
                <a16:creationId xmlns:a16="http://schemas.microsoft.com/office/drawing/2014/main" id="{F8A57F56-1A48-6A70-08DF-1F7D20C63728}"/>
              </a:ext>
            </a:extLst>
          </p:cNvPr>
          <p:cNvSpPr/>
          <p:nvPr/>
        </p:nvSpPr>
        <p:spPr>
          <a:xfrm>
            <a:off x="1648039" y="2967606"/>
            <a:ext cx="583097" cy="277242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50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8DEA6-47C4-CCB9-181E-970A9622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DA4B2B-354E-5D36-0342-0CDCF2F6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 A FUNÇÃO DA CARBOXITERAPIA? Aumento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Remodelação corporal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 estima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Estresse na região aplicada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Processo inflamatório da região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Renovação celular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endParaRPr lang="pt-BR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pt-BR" dirty="0"/>
          </a:p>
        </p:txBody>
      </p:sp>
      <p:sp>
        <p:nvSpPr>
          <p:cNvPr id="4" name="Seta: para Cima 3">
            <a:extLst>
              <a:ext uri="{FF2B5EF4-FFF2-40B4-BE49-F238E27FC236}">
                <a16:creationId xmlns:a16="http://schemas.microsoft.com/office/drawing/2014/main" id="{F8A57F56-1A48-6A70-08DF-1F7D20C63728}"/>
              </a:ext>
            </a:extLst>
          </p:cNvPr>
          <p:cNvSpPr/>
          <p:nvPr/>
        </p:nvSpPr>
        <p:spPr>
          <a:xfrm>
            <a:off x="1648039" y="2967606"/>
            <a:ext cx="583097" cy="277242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957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29E8F-24ED-7B68-E758-C1646897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4504-A9E7-1B5F-0449-D3EC080A7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 A FUNÇÃO DA CARBOXITERAPIA? </a:t>
            </a:r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Redução </a:t>
            </a:r>
          </a:p>
          <a:p>
            <a:r>
              <a:rPr lang="pt-B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</a:t>
            </a:r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ntidade de tecido adiposo </a:t>
            </a:r>
          </a:p>
          <a:p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Processo de celulite</a:t>
            </a:r>
          </a:p>
          <a:p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estrias </a:t>
            </a:r>
          </a:p>
          <a:p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Olheiras </a:t>
            </a: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44423F01-539C-45B3-4933-CA735C11F68E}"/>
              </a:ext>
            </a:extLst>
          </p:cNvPr>
          <p:cNvSpPr/>
          <p:nvPr/>
        </p:nvSpPr>
        <p:spPr>
          <a:xfrm>
            <a:off x="1683025" y="3093077"/>
            <a:ext cx="649357" cy="28002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871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0E54D-66BE-A488-7A67-3396A8DE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38C73A-123E-1C2C-1283-8A136F22A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 QUANTAS SESSÕES É POSSIVEL VER RESULTADO?</a:t>
            </a:r>
          </a:p>
          <a:p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 a 10 sessões </a:t>
            </a:r>
          </a:p>
        </p:txBody>
      </p:sp>
    </p:spTree>
    <p:extLst>
      <p:ext uri="{BB962C8B-B14F-4D97-AF65-F5344CB8AC3E}">
        <p14:creationId xmlns:p14="http://schemas.microsoft.com/office/powerpoint/2010/main" val="3387873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9F1AE-A3E7-6742-2648-AFA5798C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F369D8-A759-3DC2-8375-D52FBA828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 APLICAÇÃO RECOMENDAÇÕES </a:t>
            </a:r>
          </a:p>
          <a:p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Evitar drenagem</a:t>
            </a:r>
          </a:p>
          <a:p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Evitar uso de medicações antibióticos e anti-inflamatórios</a:t>
            </a:r>
          </a:p>
          <a:p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Evitar atividade física logo após sessão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2475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31358-9DFB-1FFE-BD22-E93D6A3D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45A1E-3701-697B-0E1E-DA586898F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Ao termino da sessão se tem processo de aumento de frequência cardíaca e aumento de frequência respiratória, proveniente do aumento circulatório e de oxigênio. Fazer atividade física logo após a sessão em uma pessoa que não possui um condicionamento físico adequado pode provocar um infarto do miocárdio. </a:t>
            </a:r>
          </a:p>
        </p:txBody>
      </p:sp>
    </p:spTree>
    <p:extLst>
      <p:ext uri="{BB962C8B-B14F-4D97-AF65-F5344CB8AC3E}">
        <p14:creationId xmlns:p14="http://schemas.microsoft.com/office/powerpoint/2010/main" val="912266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14F9C-4483-1EB2-A779-67BC2FA8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F3D691-E30C-C684-674B-FC103EB8C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43" y="2638044"/>
            <a:ext cx="10840279" cy="3895278"/>
          </a:xfrm>
        </p:spPr>
        <p:txBody>
          <a:bodyPr>
            <a:noAutofit/>
          </a:bodyPr>
          <a:lstStyle/>
          <a:p>
            <a:r>
              <a:rPr lang="pt-BR" sz="2000" dirty="0"/>
              <a:t>AÇÃO DA CARBOXITERAPIA NO TECIDO CONJUNTIVO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ação mecânica que ocorre na </a:t>
            </a:r>
            <a:r>
              <a:rPr lang="pt-BR" sz="2000" b="0" i="0" u="none" strike="noStrike" baseline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carboxiterapia</a:t>
            </a: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gerada pelo “trauma” da agulha e pela introdução do gás, desencadeia a produção de um processo inflamatório, a consequente migração de fibroblastos para a região da agressão e sua posterior proliferação, estimulando a síntese de colágeno e de outras moléculas do tecido conjuntivo, como a fibronectina e a glicoproteína encontrada no sangue, relacionada a vários processos biológicos como adesão, diferenciação celular e reparação de tecidos, servindo como substrato para enzimas fibrinolíticas e de coagulação (SCORZA, 2008).</a:t>
            </a:r>
            <a:endParaRPr lang="pt-BR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525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47FD2-5F54-EF5E-62D5-A36CA208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B6EAB7-C94A-5B0B-0FA5-009CD2CA5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59966C6-5B72-909F-417C-B55C99E6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35" y="-9327"/>
            <a:ext cx="10292949" cy="686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209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F2860-113E-ABA0-69CE-CC1C3D55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75008-5CF2-5DFD-0AB4-975B4169C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APLICAÇÃO GORDURA LOCALIZADA </a:t>
            </a:r>
          </a:p>
          <a:p>
            <a:r>
              <a:rPr lang="pt-BR" sz="2000" dirty="0"/>
              <a:t>Agulha inclinação 90°</a:t>
            </a:r>
          </a:p>
          <a:p>
            <a:r>
              <a:rPr lang="pt-BR" sz="2000" dirty="0"/>
              <a:t>Velocidade do fluxo 150  </a:t>
            </a:r>
          </a:p>
          <a:p>
            <a:r>
              <a:rPr lang="pt-BR" sz="2000" dirty="0"/>
              <a:t>200ml por ponto, máximo de 2000 ml total</a:t>
            </a:r>
          </a:p>
          <a:p>
            <a:r>
              <a:rPr lang="pt-BR" sz="2000" dirty="0"/>
              <a:t>Distancia entre pontos 5cm</a:t>
            </a:r>
          </a:p>
          <a:p>
            <a:r>
              <a:rPr lang="pt-BR" sz="2000" dirty="0"/>
              <a:t>1 a 2x na semana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8686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17A2F-FACA-000C-598D-0B2AD826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31AC4F-DA07-C57A-E2D0-1A2752A6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 descr="Carboxiterapia | Única Estética">
            <a:extLst>
              <a:ext uri="{FF2B5EF4-FFF2-40B4-BE49-F238E27FC236}">
                <a16:creationId xmlns:a16="http://schemas.microsoft.com/office/drawing/2014/main" id="{D9CF3792-D473-7F5C-75D9-8FA05D0C5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388" y="-92612"/>
            <a:ext cx="6963507" cy="696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414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F2860-113E-ABA0-69CE-CC1C3D55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75008-5CF2-5DFD-0AB4-975B4169C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APLICAÇÃO CELULITE – FIBROEDEMA GELOIDE FEG </a:t>
            </a:r>
          </a:p>
          <a:p>
            <a:r>
              <a:rPr lang="pt-BR" sz="2000" dirty="0"/>
              <a:t>Agulha inclinação 45°</a:t>
            </a:r>
          </a:p>
          <a:p>
            <a:r>
              <a:rPr lang="pt-BR" sz="2000" dirty="0"/>
              <a:t>Velocidade do fluxo 80 </a:t>
            </a:r>
          </a:p>
          <a:p>
            <a:r>
              <a:rPr lang="pt-BR" sz="2000" dirty="0"/>
              <a:t>150ml por ponto, máximo de 2000 ml total</a:t>
            </a:r>
          </a:p>
          <a:p>
            <a:r>
              <a:rPr lang="pt-BR" sz="2000" dirty="0"/>
              <a:t>Distancia entre pontos 5cm</a:t>
            </a:r>
          </a:p>
          <a:p>
            <a:r>
              <a:rPr lang="pt-BR" sz="2000" dirty="0"/>
              <a:t>1 a 2x na semana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3546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F2860-113E-ABA0-69CE-CC1C3D55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75008-5CF2-5DFD-0AB4-975B4169C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APLICAÇÃO ESTRIAS/FLACIDEZ  </a:t>
            </a:r>
          </a:p>
          <a:p>
            <a:r>
              <a:rPr lang="pt-BR" sz="2000" dirty="0"/>
              <a:t>Agulha inclinação 10  a 15°</a:t>
            </a:r>
          </a:p>
          <a:p>
            <a:r>
              <a:rPr lang="pt-BR" sz="2000" dirty="0"/>
              <a:t>Velocidade do fluxo 60 livre</a:t>
            </a:r>
          </a:p>
          <a:p>
            <a:r>
              <a:rPr lang="pt-BR" sz="2000" dirty="0"/>
              <a:t>Observar por ponto, máximo de 2000 ml total</a:t>
            </a:r>
          </a:p>
          <a:p>
            <a:r>
              <a:rPr lang="pt-BR" sz="2000" dirty="0"/>
              <a:t>Percorrendo a estria, no caso de flacidez observar as pápulas na pele</a:t>
            </a:r>
          </a:p>
          <a:p>
            <a:r>
              <a:rPr lang="pt-BR" sz="2000" dirty="0"/>
              <a:t>1x por semana ou a cada 15 dias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2633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F2860-113E-ABA0-69CE-CC1C3D55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75008-5CF2-5DFD-0AB4-975B4169C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868" y="2638044"/>
            <a:ext cx="8482818" cy="3987839"/>
          </a:xfrm>
        </p:spPr>
        <p:txBody>
          <a:bodyPr>
            <a:normAutofit/>
          </a:bodyPr>
          <a:lstStyle/>
          <a:p>
            <a:r>
              <a:rPr lang="pt-BR" sz="2000" dirty="0"/>
              <a:t>APLICAÇÃO OLHEIRA/FACIAL</a:t>
            </a:r>
          </a:p>
          <a:p>
            <a:r>
              <a:rPr lang="pt-BR" sz="2000" dirty="0"/>
              <a:t>Agulha inclinação 10  a 15°</a:t>
            </a:r>
          </a:p>
          <a:p>
            <a:r>
              <a:rPr lang="pt-BR" sz="2000" dirty="0"/>
              <a:t>Velocidade do fluxo 20 </a:t>
            </a:r>
          </a:p>
          <a:p>
            <a:r>
              <a:rPr lang="pt-BR" sz="2000" dirty="0"/>
              <a:t>Máximo 20ml por ponto, máximo de 2000 ml total se usado no corporal junto</a:t>
            </a:r>
          </a:p>
          <a:p>
            <a:r>
              <a:rPr lang="pt-BR" sz="2000" dirty="0"/>
              <a:t>Aplicação observando a pele </a:t>
            </a:r>
          </a:p>
          <a:p>
            <a:r>
              <a:rPr lang="pt-BR" sz="2000" dirty="0"/>
              <a:t>1x por semana ou a cada 15 dias </a:t>
            </a:r>
          </a:p>
          <a:p>
            <a:r>
              <a:rPr lang="pt-BR" sz="2000" dirty="0"/>
              <a:t>OBSERVAÇÃO: NO USO FACIAL É NECESSARIO DEIXAR PASSAR O GAS NA AGULHA PRIMEIRO ANTES DE COLOCAR NA APLIAÇÃO FACIAL OU DE OLHEIRA.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699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7435-0AE1-9122-C3E0-538FE318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E8B80-3427-8007-67CC-05F91902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91FC6D-F612-D642-788F-FA355EE84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868" y="2638044"/>
            <a:ext cx="8482818" cy="3987839"/>
          </a:xfrm>
        </p:spPr>
        <p:txBody>
          <a:bodyPr>
            <a:normAutofit/>
          </a:bodyPr>
          <a:lstStyle/>
          <a:p>
            <a:r>
              <a:rPr lang="pt-BR" sz="2000" dirty="0"/>
              <a:t>APLICAÇÃO CAPILAR</a:t>
            </a:r>
          </a:p>
          <a:p>
            <a:r>
              <a:rPr lang="pt-BR" sz="2000" dirty="0"/>
              <a:t>Agulha inclinação 10  a 15°</a:t>
            </a:r>
          </a:p>
          <a:p>
            <a:r>
              <a:rPr lang="pt-BR" sz="2000" dirty="0"/>
              <a:t>Velocidade do fluxo 10/20 </a:t>
            </a:r>
          </a:p>
          <a:p>
            <a:r>
              <a:rPr lang="pt-BR" sz="2000" dirty="0"/>
              <a:t>Observar inflar a pele</a:t>
            </a:r>
          </a:p>
          <a:p>
            <a:r>
              <a:rPr lang="pt-BR" sz="2000" dirty="0"/>
              <a:t>Aplicação observando a pele </a:t>
            </a:r>
          </a:p>
          <a:p>
            <a:r>
              <a:rPr lang="pt-BR" sz="2000" dirty="0"/>
              <a:t>1x por semana ou a cada 15 dias </a:t>
            </a:r>
          </a:p>
          <a:p>
            <a:r>
              <a:rPr lang="pt-BR" sz="2000" dirty="0"/>
              <a:t>OBSERVAÇÃO: NO USO FACIAL É NECESSARIO DEIXAR PASSAR O GAS NA AGULHA PRIMEIRO ANTES DE COLOCAR NA APLIAÇÃO FACIAL OU DE OLHEIRA.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6862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A3FCE-5B09-BBA5-910B-D75DCD59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F520CE-DE44-4FBD-D4E5-63C9148B8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 carboxiterapia capilar é indicada para homens e mulheres que apresentam queda de cabelo e consiste na aplicação de pequenas injeções de gás carbônico diretamente no couro cabeludo para promover o crescimento e também o nascimento de novos fios de cabelo. A técnica aumenta o fluxo sanguíneo melhorando a fisiologia local, promovendo o crescimento do cabelo, inclusive em caso de calvície.</a:t>
            </a:r>
          </a:p>
        </p:txBody>
      </p:sp>
    </p:spTree>
    <p:extLst>
      <p:ext uri="{BB962C8B-B14F-4D97-AF65-F5344CB8AC3E}">
        <p14:creationId xmlns:p14="http://schemas.microsoft.com/office/powerpoint/2010/main" val="1773769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A898C-8FF9-8685-5B24-D2A4B4D7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CARBOXITERAPIA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EA9C0B-C432-D41E-BDFD-DBA16ED0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CONTRA INDICAÇÕES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Apesar de a </a:t>
            </a:r>
            <a:r>
              <a:rPr lang="pt-BR" sz="2000" b="0" i="0" u="none" strike="noStrike" baseline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carboxiterapia</a:t>
            </a:r>
            <a:r>
              <a:rPr lang="pt-BR" sz="2000" b="0" i="0" u="none" strike="noStrike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apresentar inúmeros benefícios e os efeitos colaterais serem reduzidos, deve-se mencionar que existem algumas contraindicações, tais quais: flebite, gangrena, epilepsia, insuficiência cardíaco respiratória, insuficiência renal e hepática, hipertensão arterial severa, gestação e alterações de comportamentos psiquiátricos (SOLÁ, 2004).</a:t>
            </a:r>
            <a:endParaRPr lang="pt-BR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76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9E52F-4A7B-E0C0-BA78-3A3E977F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DBE231-BA12-AC1B-3CB1-FA08C9A24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Carboxiterapia: Mecanismo e Benefícios | FisioEstética">
            <a:extLst>
              <a:ext uri="{FF2B5EF4-FFF2-40B4-BE49-F238E27FC236}">
                <a16:creationId xmlns:a16="http://schemas.microsoft.com/office/drawing/2014/main" id="{F373A367-051E-522D-C21C-6ADC8ADFA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252" y="-206284"/>
            <a:ext cx="7160455" cy="733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657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3441B-6591-29F9-9F9A-7F2E1C07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4226FB-449C-8F71-29B9-D19C48F6B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519688-06D0-CF5C-AFFD-86EA2865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36" y="-25902"/>
            <a:ext cx="10268294" cy="688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D9E49-F97B-41AC-AF7C-782652BC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1A5682-BA55-DBE4-B22C-A59B87D14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FCEFA6-9A19-13D3-F674-C066733C0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66" y="-78071"/>
            <a:ext cx="9720775" cy="720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02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AF3BA-BFB2-2B55-964B-995F99B5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52EFE8-7CE0-65CC-F749-D5A2DA35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181DCDF-64D4-7B98-2248-247335C00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246" y="-188156"/>
            <a:ext cx="5184591" cy="72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174384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246</TotalTime>
  <Words>936</Words>
  <Application>Microsoft Office PowerPoint</Application>
  <PresentationFormat>Widescreen</PresentationFormat>
  <Paragraphs>95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Gill Sans MT</vt:lpstr>
      <vt:lpstr>Open Sans</vt:lpstr>
      <vt:lpstr>Pacote</vt:lpstr>
      <vt:lpstr>Carboxiterapia </vt:lpstr>
      <vt:lpstr>Apresentação do PowerPoint</vt:lpstr>
      <vt:lpstr>Apresentação do PowerPoint</vt:lpstr>
      <vt:lpstr>Apresentação do PowerPoint</vt:lpstr>
      <vt:lpstr>Carboxiterapia</vt:lpstr>
      <vt:lpstr>Carboxiterapia </vt:lpstr>
      <vt:lpstr>Apresentação do PowerPoint</vt:lpstr>
      <vt:lpstr>Carboxiterapia </vt:lpstr>
      <vt:lpstr>carboxiterapia</vt:lpstr>
      <vt:lpstr>carboxiterapia</vt:lpstr>
      <vt:lpstr>Carboxiterapia </vt:lpstr>
      <vt:lpstr>Carboxiterapia </vt:lpstr>
      <vt:lpstr>Carboxiterapia </vt:lpstr>
      <vt:lpstr>Carboxiterapia </vt:lpstr>
      <vt:lpstr>Carboxiterapia </vt:lpstr>
      <vt:lpstr>Carboxiterapia </vt:lpstr>
      <vt:lpstr>Carboxiterapia </vt:lpstr>
      <vt:lpstr>Apresentação do PowerPoint</vt:lpstr>
      <vt:lpstr>Carboxiterapia </vt:lpstr>
      <vt:lpstr>Apresentação do PowerPoint</vt:lpstr>
      <vt:lpstr>Carboxiterapia </vt:lpstr>
      <vt:lpstr>Carboxiterapia </vt:lpstr>
      <vt:lpstr>Carboxiterapia </vt:lpstr>
      <vt:lpstr>Carboxiterapia </vt:lpstr>
      <vt:lpstr>carboxiterapia</vt:lpstr>
      <vt:lpstr>CARBOXITERAPIA 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Carboxiterapia  ozonioterapia</dc:title>
  <dc:creator>Mariana</dc:creator>
  <cp:lastModifiedBy>mariana justi</cp:lastModifiedBy>
  <cp:revision>9</cp:revision>
  <dcterms:created xsi:type="dcterms:W3CDTF">2025-03-06T17:00:13Z</dcterms:created>
  <dcterms:modified xsi:type="dcterms:W3CDTF">2026-01-14T21:03:07Z</dcterms:modified>
</cp:coreProperties>
</file>