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5" r:id="rId3"/>
    <p:sldId id="278" r:id="rId4"/>
    <p:sldId id="276" r:id="rId5"/>
    <p:sldId id="277" r:id="rId6"/>
    <p:sldId id="279" r:id="rId7"/>
    <p:sldId id="284" r:id="rId8"/>
    <p:sldId id="282" r:id="rId9"/>
    <p:sldId id="283" r:id="rId10"/>
    <p:sldId id="280" r:id="rId11"/>
    <p:sldId id="285" r:id="rId12"/>
    <p:sldId id="291" r:id="rId13"/>
    <p:sldId id="290" r:id="rId14"/>
    <p:sldId id="286" r:id="rId15"/>
    <p:sldId id="287" r:id="rId16"/>
    <p:sldId id="288" r:id="rId17"/>
    <p:sldId id="28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56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46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42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01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26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63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69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531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929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2BAE59B-3E80-41C9-9A32-9CAC411D14E1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A6CFB9F-3F89-48A2-B96B-DB4395ECBD8D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0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331A681-2B32-488A-9BC8-227460ECB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2"/>
            <a:ext cx="914400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3ED35B-55F8-4E49-834B-3F240A17E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661" y="2389998"/>
            <a:ext cx="7779026" cy="1523291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Terapia vibro Oscilatória</a:t>
            </a:r>
            <a:endParaRPr lang="pt-BR" b="1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963E67-5418-4315-89D2-84E97931A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1261" y="4830931"/>
            <a:ext cx="6568426" cy="2944711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Disciplina: Eletroterapia</a:t>
            </a:r>
          </a:p>
          <a:p>
            <a:pPr marL="0" indent="0" algn="r">
              <a:buNone/>
            </a:pP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</a:rPr>
              <a:t>Prof.Es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Mariana Macedo Justi</a:t>
            </a:r>
            <a:endParaRPr lang="pt-BR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r">
              <a:buNone/>
            </a:pPr>
            <a:endParaRPr lang="pt-BR" sz="16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6461EA-1AAC-BDF9-B8DB-FDF41DBB6602}"/>
              </a:ext>
            </a:extLst>
          </p:cNvPr>
          <p:cNvSpPr txBox="1"/>
          <p:nvPr/>
        </p:nvSpPr>
        <p:spPr>
          <a:xfrm>
            <a:off x="2755672" y="3602668"/>
            <a:ext cx="39534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Modellata</a:t>
            </a:r>
            <a:endParaRPr lang="pt-BR" sz="44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301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46C23-E314-1F39-2C47-A947BB94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3BEE86-C5A1-37A7-A07B-596BCF366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621E30-322C-18A2-DC5F-38756982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5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62921-E2B4-6FD2-886F-7E60C344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Terapia vibro Oscilatória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568DCC-BD7B-68CD-96E9-13267999E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>
                <a:solidFill>
                  <a:srgbClr val="000000"/>
                </a:solidFill>
                <a:latin typeface="Open Sans" panose="020B0606030504020204" pitchFamily="34" charset="0"/>
              </a:rPr>
              <a:t>É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um equipamento eletromédico que promove a terapia vibro-oscilatória e combina forças verticais e paralelas, com a finalidade de promover uma profunda mobilização nos tecidos (pele, tela subcutânea e músculos), que permitem tratamentos na área médica, reabilitação física e estética.</a:t>
            </a:r>
          </a:p>
          <a:p>
            <a:pPr algn="just"/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Bem como o efeito terapêutico por vibração oscilatória e do impacto tecidual, o equipamento possui, integradas às ponteiras, imãs estáticas que complementam a terapia </a:t>
            </a:r>
            <a:r>
              <a:rPr lang="pt-BR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Modellata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092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6FB9F-76BA-E305-B5FC-104B9B59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5BCF42-DD1B-1054-4ED1-C9E3829B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000211-DC68-8A47-906E-18C0626D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85750"/>
            <a:ext cx="62865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0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7DD89-2E79-22BF-E2D2-68B69226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94D4D3-1BEE-5D75-183E-F61220EDB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1DB357-6E6E-96F3-1BA8-0493E39BD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5BCEB-2E4B-C839-31F3-5789B1C6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Terapia vibro Oscilatória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C0DA8B-C2A6-5E04-EC7D-AA60A4EA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 terapia foi desenvolvida a fim de representar uma técnica de massagem mecânica de baixo custo, cujo objetivo é auxiliar o terapeuta durante o procedimento estético, potencializando o efeito das mãos do terapeuta, diminuindo o tempo de tratamento, atuando com segurança e eficácia. </a:t>
            </a:r>
          </a:p>
          <a:p>
            <a:pPr algn="just"/>
            <a:r>
              <a:rPr lang="pt-BR" dirty="0"/>
              <a:t>O equipamento utiliza um sistema mecânico que consiste em um corpo, em forma de disco, acoplado a um eixo de motor, que se movimenta de forma oscilatória e multidirecional executando movimentos de ida e volta em torno de uma certa posição que esteja em equilíbrio.</a:t>
            </a:r>
          </a:p>
          <a:p>
            <a:pPr algn="just"/>
            <a:r>
              <a:rPr lang="pt-BR" dirty="0"/>
              <a:t>O motor do equipamento está situado no aplicador e a vibração oscilatória e multidirecional é transmitida para a área de tratamento através de uma ponteira multipontas fixada ao disco.</a:t>
            </a:r>
          </a:p>
        </p:txBody>
      </p:sp>
    </p:spTree>
    <p:extLst>
      <p:ext uri="{BB962C8B-B14F-4D97-AF65-F5344CB8AC3E}">
        <p14:creationId xmlns:p14="http://schemas.microsoft.com/office/powerpoint/2010/main" val="172385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40260-1131-3B07-C429-8384EECE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Terapia vibro Oscilatória</a:t>
            </a:r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7D620FB-912D-9B70-8387-219A8DD3E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91872"/>
            <a:ext cx="8861612" cy="364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2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109283-9626-7658-8D54-99961CA5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129553"/>
            <a:ext cx="7690104" cy="517980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Ponteira “Multipontas”: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indicada para redução temporária da aparência da celulite, modelagem do contorno corporal, melhora temporária da circulação sanguínea local e alívio sintomático da dor muscular;</a:t>
            </a:r>
          </a:p>
          <a:p>
            <a:pPr algn="just"/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just"/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Ponteira “Côncava para drenagem”: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indicada para o auxílio da drenagem linfática;</a:t>
            </a:r>
          </a:p>
          <a:p>
            <a:pPr algn="just"/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just"/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Ponteira “Quatro pontos”: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utilizada com o intuito de promover alívio sintomático da dor muscular e melhora temporária da circulação sanguínea local;</a:t>
            </a:r>
          </a:p>
          <a:p>
            <a:pPr algn="just"/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algn="just"/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Ponteira “Ponto central”:</a:t>
            </a: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recomendada com a finalidade de gerar alívio sintomático da dor muscular e melhora temporária da circulação sanguínea local.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648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27860-118E-B699-936E-D23CDCFD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2">
                    <a:lumMod val="75000"/>
                  </a:schemeClr>
                </a:solidFill>
              </a:rPr>
              <a:t>Terapia vibro Oscilatória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8ABF3-9BAE-F396-75B8-E4067D08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 é indicado ao tratamento de gordura localizada, celulite e fibroses, dores musculares e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miosfasciais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manobras de relaxamento e reflexologia, além de estimulação para drenagem linfática.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7560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20AF1-4498-11A9-F5CC-7681F50A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dos benefícios: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E87BA8-38D0-25AC-93DB-AC6093C9B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Alívio sintomático da dor muscular.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Melhora temporária da circulação sanguínea local.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Redução da aparência da celulite.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Modelagem do contorno corporal.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Auxílio na drenagem linfática.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Recuperação muscular após exercício.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Roboto" panose="02000000000000000000" pitchFamily="2" charset="0"/>
              </a:rPr>
              <a:t> Além de f</a:t>
            </a:r>
            <a:r>
              <a:rPr lang="pt-BR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avorece o aumento da permeabilidade de ativos na pele, otimiza as trocas metabólicas, induz hiperemia e localizada tem ação descongestionante e fibrinolítica e, ainda, promove o alívio temporário da dor por estimular os mecanorreceptores da pele.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3075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1DF38-9109-1E29-5F92-15B5EC98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Tração cíclica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36C91F-9A29-032F-FDC3-87EF60EDF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A tração cíclica é uma técnica terapêutica não invasiva que aplica estiramento mecânico controlado e repetido à fáscia, o tecido conjuntivo do corpo, para tratar diversas condições. Esta técnica busca restaurar a elasticidade dos tecidos, melhorar a circulação sanguínea, estimular a produção de colágeno e elastina, e reorganizar as fibras de colágeno, sendo aplicada para alívio da dor, regeneração capilar, tratamento da celulite e flacidez, e também em disfunções gastrointestinais e emocionais.</a:t>
            </a:r>
          </a:p>
        </p:txBody>
      </p:sp>
    </p:spTree>
    <p:extLst>
      <p:ext uri="{BB962C8B-B14F-4D97-AF65-F5344CB8AC3E}">
        <p14:creationId xmlns:p14="http://schemas.microsoft.com/office/powerpoint/2010/main" val="3135451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C548D-F472-1E61-A127-66A7C3DC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D2C3C0-842F-48C8-6124-DD2D8862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 descr="A Tração Cíclica é uma técnica manual não invasiva que promove a  remodelagem da fáscia, que é o nosso revestimento de colágeno. 🫴 O  tratamento, então, estimula as células tronco, fazendo com">
            <a:extLst>
              <a:ext uri="{FF2B5EF4-FFF2-40B4-BE49-F238E27FC236}">
                <a16:creationId xmlns:a16="http://schemas.microsoft.com/office/drawing/2014/main" id="{5E2A292D-B09D-7AC4-3995-CC901195B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226" y="235226"/>
            <a:ext cx="6493565" cy="649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88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18A8E-7010-9560-9D29-A1C208E1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8C6047-C739-14ED-19F6-A385CEC2D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 descr="Tração cíclica ... de voilta seus cabelos pela regeneração da FÁSCIA...  Você sabia disso? Seu tratamento para ter seus cabelos de volta através da  regeneração capilar de resultados incríveis e sem agulhas">
            <a:extLst>
              <a:ext uri="{FF2B5EF4-FFF2-40B4-BE49-F238E27FC236}">
                <a16:creationId xmlns:a16="http://schemas.microsoft.com/office/drawing/2014/main" id="{0F98356F-9F91-ADED-F1D0-16CDD18DC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739" y="314739"/>
            <a:ext cx="6311347" cy="631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386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9F3EF-6A72-06A8-D48C-20B29D1B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Tração </a:t>
            </a:r>
            <a:r>
              <a:rPr lang="pt-BR" dirty="0" err="1"/>
              <a:t>ciclica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0675BD-05B6-A668-21F3-E0E549216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b="1" dirty="0"/>
              <a:t>Aplicação de tração:</a:t>
            </a:r>
            <a:endParaRPr lang="pt-BR" sz="2400" dirty="0"/>
          </a:p>
          <a:p>
            <a:pPr algn="just"/>
            <a:r>
              <a:rPr lang="pt-BR" sz="2400" dirty="0"/>
              <a:t>O terapeuta aplica um estiramento mecânico na região afetada, alongando os tecidos da fáscia.</a:t>
            </a:r>
          </a:p>
          <a:p>
            <a:pPr algn="just"/>
            <a:r>
              <a:rPr lang="pt-BR" sz="2400" b="1" dirty="0"/>
              <a:t>Movimento cíclico:</a:t>
            </a:r>
            <a:endParaRPr lang="pt-BR" sz="2400" dirty="0"/>
          </a:p>
          <a:p>
            <a:pPr algn="just"/>
            <a:r>
              <a:rPr lang="pt-BR" sz="2400" dirty="0"/>
              <a:t>Esse estiramento é feito de forma controlada e repetida (cíclica), simulando o movimento de uma mola, que se estica e volta para o músculo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112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717AB-B5A0-497B-7FB0-F2FAE785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Tração </a:t>
            </a:r>
            <a:r>
              <a:rPr lang="pt-BR" dirty="0" err="1"/>
              <a:t>ciclica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022BBE-9419-E94B-FF84-7E4A95D3D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b="1" dirty="0"/>
              <a:t>Estimulação dos tecidos:</a:t>
            </a:r>
            <a:endParaRPr lang="pt-BR" sz="2400" dirty="0"/>
          </a:p>
          <a:p>
            <a:pPr algn="just"/>
            <a:r>
              <a:rPr lang="pt-BR" sz="2400" dirty="0"/>
              <a:t>A tração mecânica periódica promove a despolimerização de aderências, melhora a circulação local, estimula a produção de colágeno e elastina, e pode auxiliar na reorganização das fibras de colágeno.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Musculoesquelético:</a:t>
            </a:r>
            <a:endParaRPr lang="pt-BR" sz="2400" dirty="0"/>
          </a:p>
          <a:p>
            <a:pPr algn="just"/>
            <a:r>
              <a:rPr lang="pt-BR" sz="2400" dirty="0"/>
              <a:t>Alivia dores e tensões em áreas específicas do corpo, visando a causa da dor e não apenas o sintomas.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2472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2558-0B8D-7A56-A42D-06D6EAD3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Tração cíclica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B091CE-F53F-4618-3AAD-1DF03A6DC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1669280"/>
            <a:ext cx="7666220" cy="52568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effectLst/>
              </a:rPr>
              <a:t>Estética e Celulite: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</a:rPr>
              <a:t>Ajuda a reduzir a gordura localizada e a celulite, melhora a flacidez da pele e estimula a produção de colágeno e elastina.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effectLst/>
              </a:rPr>
              <a:t>Capilar: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</a:rPr>
              <a:t>Pode estimular a regeneração dos folículos capilares, promover o crescimento do cabelo e melhorar a saúde do couro cabeludo.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effectLst/>
              </a:rPr>
              <a:t>Visceral: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effectLst/>
              </a:rPr>
              <a:t>É aplicada para tratar disfunções gastrointestinais e promover a desintoxicação do corpo, melhorando o metabolismo e a circulação sanguínea nas víscera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134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6CD45-03B6-89D6-3F4C-7E986649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Tração </a:t>
            </a:r>
            <a:r>
              <a:rPr lang="pt-BR" dirty="0" err="1"/>
              <a:t>ciclica</a:t>
            </a: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ED2FE4-3A39-6D0A-AE6F-E10F37630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096" y="2038611"/>
            <a:ext cx="7872321" cy="45181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Não invasiva: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 É uma técnica não cirúrgica, sem cortes, e que pode ser realizada em diversas áreas do corpo.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Alívio da dor: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 Proporciona um alívio mais duradouro ao tratar a causa das dores.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Melhora da circulação: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 Aumenta a circulação sanguínea na região tratada.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Rejuvenescimento: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 Aumenta a produção de colágeno e elastina, melhorando a elasticidade e firmeza da pele.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Estímulo à regeneração: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</a:rPr>
              <a:t> Promove a regeneração dos folículos capilares e pode auxiliar na diferenciação celular.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043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161</TotalTime>
  <Words>806</Words>
  <Application>Microsoft Office PowerPoint</Application>
  <PresentationFormat>Apresentação na tela (4:3)</PresentationFormat>
  <Paragraphs>57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Arial</vt:lpstr>
      <vt:lpstr>Open Sans</vt:lpstr>
      <vt:lpstr>Roboto</vt:lpstr>
      <vt:lpstr>Tw Cen MT</vt:lpstr>
      <vt:lpstr>Tw Cen MT Condensed</vt:lpstr>
      <vt:lpstr>Wingdings 3</vt:lpstr>
      <vt:lpstr>Integral</vt:lpstr>
      <vt:lpstr>Terapia vibro Oscilatória</vt:lpstr>
      <vt:lpstr>Apresentação do PowerPoint</vt:lpstr>
      <vt:lpstr>Terapia vibro Oscilatória</vt:lpstr>
      <vt:lpstr>Apresentação do PowerPoint</vt:lpstr>
      <vt:lpstr>Apresentação do PowerPoint</vt:lpstr>
      <vt:lpstr>Terapia vibro Oscilatória</vt:lpstr>
      <vt:lpstr>Terapia vibro Oscilatória</vt:lpstr>
      <vt:lpstr>Apresentação do PowerPoint</vt:lpstr>
      <vt:lpstr>Terapia vibro Oscilatória</vt:lpstr>
      <vt:lpstr>dos benefícios: </vt:lpstr>
      <vt:lpstr>Tração cíclica </vt:lpstr>
      <vt:lpstr>Apresentação do PowerPoint</vt:lpstr>
      <vt:lpstr>Apresentação do PowerPoint</vt:lpstr>
      <vt:lpstr>Tração ciclica</vt:lpstr>
      <vt:lpstr>Tração ciclica</vt:lpstr>
      <vt:lpstr>Tração cíclica </vt:lpstr>
      <vt:lpstr>Tração ciclica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vibratóriaa</dc:title>
  <dc:creator>Cliente</dc:creator>
  <cp:lastModifiedBy>mariana justi</cp:lastModifiedBy>
  <cp:revision>14</cp:revision>
  <dcterms:created xsi:type="dcterms:W3CDTF">2020-11-23T01:12:58Z</dcterms:created>
  <dcterms:modified xsi:type="dcterms:W3CDTF">2025-09-01T21:35:19Z</dcterms:modified>
</cp:coreProperties>
</file>