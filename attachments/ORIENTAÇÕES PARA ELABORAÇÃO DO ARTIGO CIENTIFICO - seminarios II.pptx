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5" r:id="rId3"/>
    <p:sldId id="257" r:id="rId4"/>
    <p:sldId id="268" r:id="rId5"/>
    <p:sldId id="269" r:id="rId6"/>
    <p:sldId id="270" r:id="rId7"/>
    <p:sldId id="274" r:id="rId8"/>
    <p:sldId id="281" r:id="rId9"/>
    <p:sldId id="271" r:id="rId10"/>
    <p:sldId id="285" r:id="rId11"/>
    <p:sldId id="286" r:id="rId12"/>
    <p:sldId id="287" r:id="rId13"/>
    <p:sldId id="272" r:id="rId14"/>
    <p:sldId id="288" r:id="rId15"/>
    <p:sldId id="273" r:id="rId16"/>
    <p:sldId id="290" r:id="rId17"/>
    <p:sldId id="289" r:id="rId18"/>
    <p:sldId id="258" r:id="rId19"/>
    <p:sldId id="275" r:id="rId20"/>
    <p:sldId id="259" r:id="rId21"/>
    <p:sldId id="276" r:id="rId22"/>
    <p:sldId id="260" r:id="rId23"/>
    <p:sldId id="277" r:id="rId24"/>
    <p:sldId id="261" r:id="rId25"/>
    <p:sldId id="278" r:id="rId26"/>
    <p:sldId id="262" r:id="rId27"/>
    <p:sldId id="279" r:id="rId28"/>
    <p:sldId id="263" r:id="rId29"/>
    <p:sldId id="280" r:id="rId30"/>
    <p:sldId id="264" r:id="rId31"/>
    <p:sldId id="282" r:id="rId32"/>
    <p:sldId id="283" r:id="rId33"/>
    <p:sldId id="265" r:id="rId34"/>
    <p:sldId id="266" r:id="rId35"/>
    <p:sldId id="284" r:id="rId36"/>
    <p:sldId id="292" r:id="rId37"/>
    <p:sldId id="293" r:id="rId38"/>
    <p:sldId id="294" r:id="rId39"/>
    <p:sldId id="291" r:id="rId4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FBF22F-3ED1-1EB2-4D51-16F5E562A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B2421D-A591-FA8D-63F6-9C57D4485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EB20B6-5DFE-A885-AF46-02501A9DF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185B-EA2B-4B53-B69D-555A205B5533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20E312-B936-3B05-5567-532E830E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25ABC1-7084-62BA-1B82-653D84948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20A4-5B05-4741-ABB3-5CF6AE2AF7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762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2950D-C713-2947-7812-7E7D9A469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79A508-229C-1279-F99A-A15194CB4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535FF1-13FD-260A-9C71-5C70DB44E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185B-EA2B-4B53-B69D-555A205B5533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84DF53-7FDD-9B01-D4C6-E4D049EAD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6673C8-1E76-CBC9-B9B7-BCD25C1E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20A4-5B05-4741-ABB3-5CF6AE2AF7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863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75C346-4358-2297-18FE-E304499B2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61CEDE-2DCE-E747-9347-E9FD1C62E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C07078-FCEF-D290-C514-BE0A7AEBF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185B-EA2B-4B53-B69D-555A205B5533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C09EFA-8C23-670C-4C1F-B89B7499E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248ECB-6668-268D-D284-2EF6CD6FE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20A4-5B05-4741-ABB3-5CF6AE2AF7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3767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CE6DB7-7976-A724-45FD-D2C339B95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043812-1D62-D696-5FA1-6291E70196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E0A7C3-A588-E313-F9D4-366C1CA8E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051BB18-98B4-D137-6619-5785F10F4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185B-EA2B-4B53-B69D-555A205B5533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6EEA191-70E4-9C1D-F551-CD03665CA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A858B83-9B16-23DE-3FC1-52733BA7D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20A4-5B05-4741-ABB3-5CF6AE2AF7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8824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293E1-7C61-4561-233C-A5FEB9674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3B493A-AC09-DC4F-3E42-6016E3B15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88A79D7-98C5-82EA-26B0-6877DFE46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83E3A24-99FA-D107-1997-FF02EAF9F3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325D603-97E1-19E3-202C-66EA44D188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68BABD2-C982-B71C-B689-B810E1452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185B-EA2B-4B53-B69D-555A205B5533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C50B8F2-F82C-1A65-C010-BA3A0EFCD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5B36702-D436-19D1-668D-99903F564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20A4-5B05-4741-ABB3-5CF6AE2AF7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2488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2692B-814B-007B-8700-1139B5B28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CE499C9-C7C3-6535-40B5-740893041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185B-EA2B-4B53-B69D-555A205B5533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FF8E6D8-ADC6-6809-547D-89D4923AA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7AC68B3-A11D-B60D-A58F-3F8CDC1D5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20A4-5B05-4741-ABB3-5CF6AE2AF7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5718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34938BC-7471-107C-D0F1-8C7BD8E6B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185B-EA2B-4B53-B69D-555A205B5533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259ABF5-D1D7-892D-AD94-537CDC790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AE7CED0-51F9-8328-8A9E-923FFF047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20A4-5B05-4741-ABB3-5CF6AE2AF7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4498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4FB49E-2127-4896-AEFA-8890C8EB7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9FC14E-48A4-E30E-2CA4-1AA005E54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B0BE6AA-E654-EB3F-9305-F02588E15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B3F31EE-1D6D-F5B1-217B-2986FCD5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185B-EA2B-4B53-B69D-555A205B5533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6E2489-40FF-AB5A-50F0-6C3A7F50A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85259D-E6AC-269D-9185-02FDE16A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20A4-5B05-4741-ABB3-5CF6AE2AF7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760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B6F28-31D1-9CEB-EC7F-9FD58D003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E79CAFF-776B-B9D0-4DCE-332ACADC79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0EA1DD-011C-E428-B3ED-D3A809AE6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DE4033-6211-83CA-5A83-B0CDE9942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185B-EA2B-4B53-B69D-555A205B5533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78A012B-07D5-016B-1F44-8A3A99228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AA30DF-A555-D02C-4E54-290FF9D52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20A4-5B05-4741-ABB3-5CF6AE2AF7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6466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60783-C845-FA05-0963-303E5D683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832E54A-1876-8CA2-A485-2B7D2EAB4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D988C2-8681-0D9B-B457-D20E30DA7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185B-EA2B-4B53-B69D-555A205B5533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61655D-80F2-8AA8-6F91-8525B245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9FC55D-5067-9009-621A-0C3B233B3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20A4-5B05-4741-ABB3-5CF6AE2AF7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0850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A19EC65-E5B7-2BFD-2CA2-A69C9BB870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A8F1BD6-D698-90CA-32F7-8C4D134FC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69D2BA-E8D9-DBBA-ADE9-BA92B7C39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185B-EA2B-4B53-B69D-555A205B5533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FDEF44-62CA-33A7-932E-C628C001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3FD903-7F16-9F4F-87D6-44AB8136A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20A4-5B05-4741-ABB3-5CF6AE2AF7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6981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BC96CED-3CA0-85BC-0717-E0EB57D4E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D1B937-5A53-0A85-569A-5E10132F7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638919-0358-9C4D-F7D1-F914B2EE8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9185B-EA2B-4B53-B69D-555A205B5533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476657-3714-6D51-6673-843844DE53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DA3AB3-62E8-9FD0-DE0A-325315B620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120A4-5B05-4741-ABB3-5CF6AE2AF7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1689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E004A7-9190-8B95-DE6D-83B06DF84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ORIENTAÇÕES PARA ELABORAÇÃO DO ARTIGO CIENTIFICO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4AA163-F8E0-7491-E895-CB60C73935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Disciplina de seminários II</a:t>
            </a:r>
          </a:p>
          <a:p>
            <a:r>
              <a:rPr lang="pt-BR" dirty="0" err="1"/>
              <a:t>Prof</a:t>
            </a:r>
            <a:r>
              <a:rPr lang="pt-BR" dirty="0"/>
              <a:t> </a:t>
            </a:r>
            <a:r>
              <a:rPr lang="pt-BR" dirty="0" err="1"/>
              <a:t>Esp</a:t>
            </a:r>
            <a:r>
              <a:rPr lang="pt-BR" dirty="0"/>
              <a:t>: Mariana Macedo Justi</a:t>
            </a:r>
          </a:p>
        </p:txBody>
      </p:sp>
    </p:spTree>
    <p:extLst>
      <p:ext uri="{BB962C8B-B14F-4D97-AF65-F5344CB8AC3E}">
        <p14:creationId xmlns:p14="http://schemas.microsoft.com/office/powerpoint/2010/main" val="2828115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97956F-F12F-5B5D-3B97-572FB540D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ORDEM PARA ELABORAÇÃO DO ARTIGO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3A683A-6B67-5165-C1BE-95DBF485C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TITULO</a:t>
            </a:r>
          </a:p>
          <a:p>
            <a:r>
              <a:rPr lang="pt-BR" dirty="0"/>
              <a:t>AUTOR</a:t>
            </a:r>
          </a:p>
          <a:p>
            <a:r>
              <a:rPr lang="pt-BR" dirty="0"/>
              <a:t>RESUMO</a:t>
            </a:r>
          </a:p>
          <a:p>
            <a:r>
              <a:rPr lang="pt-BR" dirty="0"/>
              <a:t>Palavra chave:</a:t>
            </a:r>
          </a:p>
          <a:p>
            <a:r>
              <a:rPr lang="pt-BR" dirty="0"/>
              <a:t>ABSTRACT </a:t>
            </a:r>
          </a:p>
          <a:p>
            <a:r>
              <a:rPr lang="pt-BR" dirty="0"/>
              <a:t>1. INTRODUÇÃO</a:t>
            </a:r>
          </a:p>
          <a:p>
            <a:r>
              <a:rPr lang="pt-BR" dirty="0"/>
              <a:t>2. DESENVOLVIMENTO </a:t>
            </a:r>
          </a:p>
          <a:p>
            <a:r>
              <a:rPr lang="pt-BR" dirty="0"/>
              <a:t>3. METODO </a:t>
            </a:r>
          </a:p>
          <a:p>
            <a:r>
              <a:rPr lang="pt-BR" dirty="0"/>
              <a:t>5. DISCUSSAO E RESULTADOS</a:t>
            </a:r>
          </a:p>
          <a:p>
            <a:r>
              <a:rPr lang="pt-BR" dirty="0"/>
              <a:t>5. CONSIDERAÇÕES FINAIS</a:t>
            </a:r>
          </a:p>
          <a:p>
            <a:r>
              <a:rPr lang="pt-BR" dirty="0"/>
              <a:t>6. REFERENCIAS </a:t>
            </a:r>
          </a:p>
          <a:p>
            <a:r>
              <a:rPr lang="pt-BR" dirty="0"/>
              <a:t>7. ANEXOS</a:t>
            </a:r>
          </a:p>
        </p:txBody>
      </p:sp>
    </p:spTree>
    <p:extLst>
      <p:ext uri="{BB962C8B-B14F-4D97-AF65-F5344CB8AC3E}">
        <p14:creationId xmlns:p14="http://schemas.microsoft.com/office/powerpoint/2010/main" val="264719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25B258-C1CB-B116-F49A-A66060D9F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6927F9-1426-633B-C343-D6CA09365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C9FA2D4-37BE-3445-EEC4-209B407E3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3" y="-16974"/>
            <a:ext cx="11712915" cy="687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384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C0A981-AC83-1781-89CA-163A85860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DD3596-DCE7-D1B1-A22E-44E5F297A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0A50402-B600-FA5F-C445-B64CBF7C4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27" y="168813"/>
            <a:ext cx="9855993" cy="632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77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6E8459-5DD5-F128-AF11-62234318F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5F8E04-611F-A4FD-4536-45E33E3AC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912EC85-9FA3-16DB-2700-FF4A6E5E5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78" y="801858"/>
            <a:ext cx="11606685" cy="524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46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14C051-CDAC-0C73-FF64-3A31B94A2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0CBE88-D6BF-DEC9-5A64-AC34D3042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758157"/>
            <a:ext cx="10515600" cy="4351338"/>
          </a:xfrm>
        </p:spPr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6B1347-BADF-B4B2-CE2D-5C90791AF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22" y="113541"/>
            <a:ext cx="9497080" cy="328923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A1F2DDD-5DB4-0E1A-1685-7A6D8B8BC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22" y="3402773"/>
            <a:ext cx="9497080" cy="369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52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34B2D4-1D56-F265-531C-64C6BE8D1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6EEC3A-02AB-F050-4226-C3D3D4D47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F9AFE96-D973-9526-3F2E-6D808B5DA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058" y="141274"/>
            <a:ext cx="5211498" cy="671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025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DA762A-615C-81A0-E1BA-A5A015831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42272D-09CA-DA80-3604-AE0978459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066B0C0-72D8-62B8-588A-AE28024E7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585" y="32866"/>
            <a:ext cx="5324470" cy="682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149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D5FEA-3E7A-6CB3-CC82-4FA23E2AA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C7F9E32E-B437-A563-B19A-DD3524DB15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1660" y="3429000"/>
            <a:ext cx="7912844" cy="270907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0683922-235D-D40A-AC4C-04BF81192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660" y="162765"/>
            <a:ext cx="7912844" cy="326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513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3DD923-458C-2BFF-F34F-B7850EED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D944FB-7C08-6F20-3B6A-48D4C94CE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DA4CD8F-23F3-3F5C-AEAD-02EADEDD9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992" y="89514"/>
            <a:ext cx="5198772" cy="676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856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1C6BDA-AE9F-3563-9034-0A928ABD4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A969D7-EF0B-D101-5508-81652285B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3968D12-FD4F-224B-7750-D44BFB707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944" y="100234"/>
            <a:ext cx="6492409" cy="675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800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EFAE3-50BA-BFF7-050B-61E420E97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E9C124-7F5D-A9A6-457D-618B6979C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BFD7C05-AE3E-701C-BAF4-C20E366CA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298" y="124986"/>
            <a:ext cx="5776087" cy="65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086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DE2C1-0836-C22B-859A-337D33AAE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91F430-9925-541F-4263-815EA5F73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A46CD80-B50C-C94F-E25B-225E5C581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384" y="253218"/>
            <a:ext cx="9515755" cy="642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711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0DF10-E433-FDC0-501F-9C8E1677F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CB131F-D8D6-B9A2-A615-F7EA92AD7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00C35D-C383-6CB3-E043-88E146AD7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FD2D4FB-57B5-4FF7-1A23-D67850147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298" y="124986"/>
            <a:ext cx="5776087" cy="65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487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E04EF2-5D27-4B2A-F83E-F4C41F8DA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2507A8-AEE4-745C-640C-B9186CF78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EB167CF-71D6-83FB-D32B-8B832F066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87" y="365125"/>
            <a:ext cx="11500026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054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7F5B16-A20C-80FD-021F-9659ED5E3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2DDB3E-114E-6695-CA6D-324D64A97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6055AF0-2198-719E-D93A-E7AA9E000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904" y="112541"/>
            <a:ext cx="6810963" cy="662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640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53BE1-0CA6-B913-DFAA-DD570EDA5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BF6E98-4C32-86FC-3651-3CBF96AF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711275-893C-9120-9AC1-201E1EFB6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ACD6297-3B16-E587-641C-BCDCF3697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3" y="-16974"/>
            <a:ext cx="11712915" cy="687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789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63383-2AF4-E2C7-7CFC-E63EF12BF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B4C971-7FEE-EEC5-4B1E-472FAB71B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298A9B5-8E59-89DC-0403-6CB804E1D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40" y="191947"/>
            <a:ext cx="11355621" cy="643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455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4D699-2B38-55EB-749D-6FDB74F73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85E05C-9589-6EFC-922A-5FA4C73AA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8F859B4-3393-DFAB-9873-397650A08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788" y="68751"/>
            <a:ext cx="5087669" cy="655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57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748FA-B4B5-49DD-0054-957D4913F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8FD021-4170-89AA-B281-D2F96BA91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6A54779-7B0D-2334-CAD5-F58CA070E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03" y="172364"/>
            <a:ext cx="11380762" cy="659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757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E9827F-E38D-0C51-0CF0-DCFC6C4E7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8D7562-E4AD-3471-C177-8C7FCB427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0E1C094-D1B1-0BA4-B90F-6597B5BD7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058" y="141274"/>
            <a:ext cx="5211498" cy="671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156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290EBC-26CA-BDE6-6BD9-0C63642B4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9D9690-1B47-54C3-A45E-9B2C8F32B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F7C2B6B-1854-C93C-8303-511BD6087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69" y="900332"/>
            <a:ext cx="11428376" cy="503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204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694F5-4190-1D35-8368-DD1E8F1DD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099F9-2AA5-0A5D-BF52-05C49A35D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4ED204-C238-0CB8-FFA8-B5DAA884B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4B0AF28-DA93-31F8-8A1A-6F99AEF92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058" y="141274"/>
            <a:ext cx="5211498" cy="671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083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7C67EF-CCB2-B2BE-237A-586CF806F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2FBBB2-8754-9F0D-ACFD-FD49AC655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F88A049-BD1C-A7C4-2232-DCDA92644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62" y="172899"/>
            <a:ext cx="11621715" cy="655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4260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B253A-9532-2E1F-F85A-03D6CF4CA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3965D4-D00B-DAB0-C3B0-6BFC50B04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7C84EB-0441-BC1A-6266-7898C31E3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860AF31-6F56-17D4-E319-26EB55673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058" y="141274"/>
            <a:ext cx="5211498" cy="671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2328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1EAFA4-3BEB-086B-09DB-1280A7805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644BFF-C798-A803-3824-38C23BAFE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4B74CFE-732E-C4DD-16E4-32A974597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97" y="336990"/>
            <a:ext cx="12030005" cy="478301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164B25E-1FD9-8ABD-CFE1-F32719A7B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7" y="4903786"/>
            <a:ext cx="11837004" cy="164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3452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17B37-D44C-883F-9342-4583132DF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C1C82A-67CB-ABB5-C428-881352359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8A07FDE-D54F-9C57-ED8D-361E37C63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855" y="104996"/>
            <a:ext cx="5268200" cy="675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364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128CB-13BD-AECF-4C58-2368D1605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64CF9C-E3BC-42F4-94BE-65872823E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76E3B91-2C5C-6B40-F31B-987B83219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46" y="1690688"/>
            <a:ext cx="11946354" cy="299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6207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CC9E6-46E5-36A5-CFB0-029451971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23E7BE-F4F9-BD96-B3B0-3989F0AF8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1F0824-CD12-F6D2-E90A-DF038BF35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50611B-B863-2025-0D48-860919E7D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855" y="104996"/>
            <a:ext cx="5268200" cy="675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0187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1E343D-D0EC-0A54-5F4D-234B26A8F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11E966-1CDC-B37D-98F4-0168038B9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6A51C3D-86A4-3D57-BDF0-8526ED259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78" y="239567"/>
            <a:ext cx="10822838" cy="645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8373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AB0F49-389E-DD03-493E-1BB024339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A09427-D7C4-C027-8E85-D660D8447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FAD2455-5A44-3A74-880B-54F1083E0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397" y="173632"/>
            <a:ext cx="5093514" cy="668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0246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C8C3C-55EA-38E5-0966-DDE09A4D1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4EE4AC-1701-8870-71F3-6FBF2512C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4726E5-0BA4-827A-3F60-D415E6D33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058" y="126128"/>
            <a:ext cx="5041754" cy="652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795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FDAA95-735D-D9B7-1B37-FD5850A33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556DDB-72B7-290A-A70E-DAC2037BB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27AF83-35DD-545A-A071-D87C8EF52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56" y="900332"/>
            <a:ext cx="11791851" cy="517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7406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2B20DF-60D4-CEC9-EAD3-578D615C6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F18771-11A0-6AEE-3F41-7CEE0BB2B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21A1A26-F247-8C5E-8A0F-5F371751B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15" y="2321169"/>
            <a:ext cx="11594234" cy="227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148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CC3D8F-8905-20EB-9C05-B30DEC02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34254E-00A3-F089-6803-3E1B0D023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8518E41-A4E7-E89A-5F18-F95244EFD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853" y="126609"/>
            <a:ext cx="7015801" cy="651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8768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FCBA65-5C1F-CDF2-C5CD-9D456CB9A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0AFD40-3797-28B0-46F7-20740330F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68B15ED-92F7-9C83-8CAA-22766CE12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175" y="0"/>
            <a:ext cx="48180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60151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464FC-8D63-0DD5-4D91-431004724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1A1B63-1DA7-76BA-255A-5DE7A000E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69DF7B6-D8C7-F177-04CD-C65EBDB76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087" y="365125"/>
            <a:ext cx="9031291" cy="621826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44DBC3C-B838-2D83-11B5-C49CBFC6C345}"/>
              </a:ext>
            </a:extLst>
          </p:cNvPr>
          <p:cNvSpPr txBox="1"/>
          <p:nvPr/>
        </p:nvSpPr>
        <p:spPr>
          <a:xfrm>
            <a:off x="838200" y="5942568"/>
            <a:ext cx="2053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Palavra chave:</a:t>
            </a:r>
          </a:p>
        </p:txBody>
      </p:sp>
    </p:spTree>
    <p:extLst>
      <p:ext uri="{BB962C8B-B14F-4D97-AF65-F5344CB8AC3E}">
        <p14:creationId xmlns:p14="http://schemas.microsoft.com/office/powerpoint/2010/main" val="26083342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DA19A6-D475-E831-C9CF-FF7C35BB6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CD8D58-A092-F876-EE37-BD9B418CE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23899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57ABAB-E20F-E985-E697-58B11927D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1E37F8-7575-3D31-4356-2E6FB0A20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2360453-A15D-75C4-DBC4-86CBA62AC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997" y="143514"/>
            <a:ext cx="6829277" cy="660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9057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55</Words>
  <Application>Microsoft Office PowerPoint</Application>
  <PresentationFormat>Widescreen</PresentationFormat>
  <Paragraphs>17</Paragraphs>
  <Slides>39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Calibri Light</vt:lpstr>
      <vt:lpstr>Tema do Office</vt:lpstr>
      <vt:lpstr>ORIENTAÇÕES PARA ELABORAÇÃO DO ARTIGO CIENTIFICO </vt:lpstr>
      <vt:lpstr>ORDEM PARA ELABORAÇÃO DO ARTIGO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mariana justi</dc:creator>
  <cp:lastModifiedBy>mariana justi</cp:lastModifiedBy>
  <cp:revision>1</cp:revision>
  <dcterms:created xsi:type="dcterms:W3CDTF">2026-07-15T19:21:33Z</dcterms:created>
  <dcterms:modified xsi:type="dcterms:W3CDTF">2026-07-15T19:48:27Z</dcterms:modified>
</cp:coreProperties>
</file>