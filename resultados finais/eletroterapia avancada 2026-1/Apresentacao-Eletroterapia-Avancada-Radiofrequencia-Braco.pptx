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Eu sou a Paola. Vou apresentar nosso relato de prática em eletroterapia: o uso da radiofrequência para reduzir medidas e melhorar a flacidez nos braços, sendo eu a paciente-modelo.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foi tratar gordura localizada e flacidez nos braços com radiofrequência. Eu fui a paciente-modelo. Medimos os braços no começo, em 30 de abril, e no fim, em 18 de junho.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radiofrequência é uma corrente de alta frequência, acima de 250 kHz. Pode ser capacitiva, por volta de 450 kHz, ou resistiva, acima de 1 MHz. Ela aquece agitando as moléculas de água do tecido. Como a professora explicou, não é o número da frequência que diz se o aparelho é melhor.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calor da radiofrequência aumenta a circulação a partir de 40 graus, acelera o metabolismo, e estimula o fibroblasto a produzir colágeno e elastina novos — com pico em 21 dias e efeito que dura até 4 meses. Também ajuda na lipólise, soltando a gordura, e dá o efeito lifting, que é a retração imediata do colágeno.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segura e eficaz fica entre 39 e 45 graus, onde o colágeno retrai sem dano. Acima de 50 graus já começa a desnaturar, por isso eu monitorei a temperatura o tempo todo. A radiofrequência serve para flacidez, gordura, celulite e rejuvenescimento, e é indolor.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Foram três sessões de radiofrequência monopolar nos braços, em 7 de maio, 28 de maio e 18 de junho, sempre com placa de retorno. Usei gel condutor e manobras circulares, mantendo 42 graus, na potência máxima, por 15 minutos em cada braço. Não tive nenhuma intercorrência.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avaliar, eu medi a circunferência dos braços com fita métrica, sempre no mesmo ponto e na mesma posição, na avaliação inicial e na final. Também tirei fotos padronizadas, na mesma posição e luz, para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mostro as fotos dos braços antes e depois, na mesma posição e iluminação, para comparar a melhora da flacidez.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resultado. O braço direito reduziu meio centímetro e o esquerdo um centímetro, somando 1,5 cm de redução nas três sessões. Além disso, senti melhora na firmeza da pele. Por ser uma paciente só, não é generalizável, mas mostra a resposta ao protocolo.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concluir: a radiofrequência foi segura e bem tolerada, houve redução de medidas e melhora da firmeza, coerente com a neocolagênese e a lipólise. A limitação é ser só uma modelo. Obrigada.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320040"/>
            <a:ext cx="1117282" cy="1051560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908792" y="320040"/>
            <a:ext cx="1051560" cy="10515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2011680"/>
            <a:ext cx="12192000" cy="2651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21488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RADIOFREQUÊNCIA PARA REDUÇÃO DE MEDIDAS E FLACIDEZ EM BRAÇO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914400" y="3246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 de prática em Eletroterapia Avançada — estudo de caso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Acadêmicas: Paola Bortoli Pinheiro Lopes e Vanessa Melo
</a:t>
            </a:r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Professora: Mariana Macedo Justi • Tec. em Estética e Cosmética — UNIPLAC, Lages/SC —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Disfunções tratadas: gordura localizada e flacidez nos braços.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escolhida: radiofrequência (não invasiva, indolor).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Paciente-modelo: Paola; acompanhamento por perimetria (medição dos braços).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Avaliações: inicial (30/04/2026) e final (18/06/2026), em paralelo ao protocolo.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Radiofrequência — o que é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Corrente elétrica de alta frequência (acima de 250 kHz).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Aparelhos: capacitivo (~450 kHz) ou resistivo (acima de 1 MHz).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 calor pela agitação das moléculas de água e atrito entre as moléculas do tecido.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Observação da aula: não é o valor da frequência que determina a qualidade do equipamento.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Radiofrequência — efeitos fisiológicos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Vasodilatação e aumento da circulação (a partir de ~40 °C).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Aumento da atividade metabólica (~13% a cada 1 °C).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Neocolagênese e neoelastogênese: pico ~21 dias, perdura até 4 meses.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Lipólise: o calor mobiliza o conteúdo dos adipócitos (gordura localizada).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Efeito lifting: retração imediata das fibras colágenas.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para flacidez e gordura? Segurança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39 °C e 45 °C: retração do colágeno sem dano tecidual.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50 °C: começa a desnaturação — por isso monitorar a temperatura.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Indicações: flacidez, gordura localizada, celulite, estrias, rejuvenescimento.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 não invasivo, indolor e bem tolerado (Guirro; Guirro, 2010; Agne, 2009).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Área: braços (direito e esquerdo). Objetivo: flacidez tissular e gordura localizada.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sessões de radiofrequência: 07/05, 28/05 e 18/06 de 2026.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Técnica: radiofrequência monopolar com placa de retorno; gel condutor + manobras circulares.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Configuração: 42 °C, potência máxima, 15 min/sessão (frequência a confirmar).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intercorrências; área hidratada ao final.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(perimetria)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Mensuração da circunferência dos braços com fita métrica.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referência anatômica e mesma posição nas duas avaliações.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inicial em 30/04/2026 e final em 18/06/2026.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fotográfico padronizado (mesma posição e iluminação).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e Depois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822960" y="1371600"/>
            <a:ext cx="512064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8" name="Text 4"/>
          <p:cNvSpPr/>
          <p:nvPr/>
        </p:nvSpPr>
        <p:spPr>
          <a:xfrm>
            <a:off x="822960" y="137160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[INSERIR FOTO — ANTES (30/04/2026)]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63640" y="1371600"/>
            <a:ext cx="512064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10" name="Text 6"/>
          <p:cNvSpPr/>
          <p:nvPr/>
        </p:nvSpPr>
        <p:spPr>
          <a:xfrm>
            <a:off x="6263640" y="137160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[INSERIR FOTO — DEPOIS (18/06/2026)]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— redução de medidas no braço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Perimetria dos braços (em centímetros): avaliação inicial × avaliação final.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920240"/>
          <a:ext cx="9966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560320"/>
                <a:gridCol w="2560320"/>
                <a:gridCol w="17373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(30/04/2026)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Depois (18/06/2026)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Redução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Braço direito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32,5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−0,5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Braço esquerdo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32,5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−1,0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(D + 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−1,5 cm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uma paciente-modelo (não generalizável). Além da redução, observou-se melhora subjetiva da firmeza da pele.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aola\source\repos\uniplac\Alopecia-Andogenetica-Feminina\assets-aag\logo-unipla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109728"/>
            <a:ext cx="854964" cy="804672"/>
          </a:xfrm>
          <a:prstGeom prst="rect">
            <a:avLst/>
          </a:prstGeom>
        </p:spPr>
      </p:pic>
      <p:pic>
        <p:nvPicPr>
          <p:cNvPr id="3" name="Image 1" descr="C:\Users\paola\source\repos\uniplac\Alopecia-Andogenetica-Feminina\assets-aag\logo-labest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155680" y="109728"/>
            <a:ext cx="804672" cy="80467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0160" y="91440"/>
            <a:ext cx="9628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Considerações finais</a:t>
            </a: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228600" y="1024128"/>
            <a:ext cx="11731752" cy="3200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6" name="Text 2"/>
          <p:cNvSpPr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Eletroterapia Avançada 2026/1 — Radiofrequência em braço | UNIPLAC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radiofrequência mostrou-se segura, indolor e bem tolerada.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Houve redução de medidas nos dois braços (total −1,5 cm) e melhora da firmeza.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coerente com a neocolagênese e a lipólise descritas na literatura e na aula.</a:t>
            </a:r>
            <a:endParaRPr lang="en-US" sz="1800" dirty="0"/>
          </a:p>
          <a:p>
            <a:pPr marL="228600" indent="-2286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Limitações: amostra de 1 modelo; influência de hidratação, dieta e atividade física.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2026-06-25T03:22:30Z</dcterms:created>
  <dcterms:modified xsi:type="dcterms:W3CDTF">2026-06-25T03:22:30Z</dcterms:modified>
</cp:coreProperties>
</file>